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202AE-120E-B9E1-50BD-9B098D4265AB}" v="335" dt="2025-12-10T11:58:18.709"/>
    <p1510:client id="{7708377C-23A5-4B28-4B8C-C10A9ACFF24D}" v="2017" dt="2025-12-09T11:55:56.579"/>
    <p1510:client id="{B7311408-5A54-E3D1-5E57-715D0CAF8403}" v="149" dt="2025-12-10T09:46:20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иша Егорович" userId="98d634f47dc88d2f" providerId="Windows Live" clId="Web-{5E6202AE-120E-B9E1-50BD-9B098D4265AB}"/>
    <pc:docChg chg="addSld delSld modSld">
      <pc:chgData name="Миша Егорович" userId="98d634f47dc88d2f" providerId="Windows Live" clId="Web-{5E6202AE-120E-B9E1-50BD-9B098D4265AB}" dt="2025-12-10T11:58:16.896" v="212" actId="20577"/>
      <pc:docMkLst>
        <pc:docMk/>
      </pc:docMkLst>
      <pc:sldChg chg="modSp">
        <pc:chgData name="Миша Егорович" userId="98d634f47dc88d2f" providerId="Windows Live" clId="Web-{5E6202AE-120E-B9E1-50BD-9B098D4265AB}" dt="2025-12-10T11:58:16.896" v="212" actId="20577"/>
        <pc:sldMkLst>
          <pc:docMk/>
          <pc:sldMk cId="3243383147" sldId="258"/>
        </pc:sldMkLst>
        <pc:spChg chg="mod">
          <ac:chgData name="Миша Егорович" userId="98d634f47dc88d2f" providerId="Windows Live" clId="Web-{5E6202AE-120E-B9E1-50BD-9B098D4265AB}" dt="2025-12-10T11:58:16.896" v="212" actId="20577"/>
          <ac:spMkLst>
            <pc:docMk/>
            <pc:sldMk cId="3243383147" sldId="258"/>
            <ac:spMk id="21" creationId="{F2B79116-73AE-9BA4-C36E-F810F88A7233}"/>
          </ac:spMkLst>
        </pc:spChg>
      </pc:sldChg>
      <pc:sldChg chg="delSp new del">
        <pc:chgData name="Миша Егорович" userId="98d634f47dc88d2f" providerId="Windows Live" clId="Web-{5E6202AE-120E-B9E1-50BD-9B098D4265AB}" dt="2025-12-10T10:12:28.327" v="4"/>
        <pc:sldMkLst>
          <pc:docMk/>
          <pc:sldMk cId="3812649293" sldId="267"/>
        </pc:sldMkLst>
        <pc:spChg chg="del">
          <ac:chgData name="Миша Егорович" userId="98d634f47dc88d2f" providerId="Windows Live" clId="Web-{5E6202AE-120E-B9E1-50BD-9B098D4265AB}" dt="2025-12-10T10:12:20.889" v="2"/>
          <ac:spMkLst>
            <pc:docMk/>
            <pc:sldMk cId="3812649293" sldId="267"/>
            <ac:spMk id="2" creationId="{572228C5-12D5-24CA-9926-DF6894C8B4B4}"/>
          </ac:spMkLst>
        </pc:spChg>
        <pc:spChg chg="del">
          <ac:chgData name="Миша Егорович" userId="98d634f47dc88d2f" providerId="Windows Live" clId="Web-{5E6202AE-120E-B9E1-50BD-9B098D4265AB}" dt="2025-12-10T10:12:18.936" v="1"/>
          <ac:spMkLst>
            <pc:docMk/>
            <pc:sldMk cId="3812649293" sldId="267"/>
            <ac:spMk id="3" creationId="{CF0F7FC3-9E68-897A-3137-F52CFC0241AC}"/>
          </ac:spMkLst>
        </pc:spChg>
      </pc:sldChg>
      <pc:sldChg chg="addSp delSp modSp new">
        <pc:chgData name="Миша Егорович" userId="98d634f47dc88d2f" providerId="Windows Live" clId="Web-{5E6202AE-120E-B9E1-50BD-9B098D4265AB}" dt="2025-12-10T10:21:35.972" v="210" actId="1076"/>
        <pc:sldMkLst>
          <pc:docMk/>
          <pc:sldMk cId="1679291720" sldId="268"/>
        </pc:sldMkLst>
        <pc:spChg chg="del">
          <ac:chgData name="Миша Егорович" userId="98d634f47dc88d2f" providerId="Windows Live" clId="Web-{5E6202AE-120E-B9E1-50BD-9B098D4265AB}" dt="2025-12-10T10:12:35.077" v="8"/>
          <ac:spMkLst>
            <pc:docMk/>
            <pc:sldMk cId="1679291720" sldId="268"/>
            <ac:spMk id="2" creationId="{0342777B-B040-71FA-4239-421263C53C8C}"/>
          </ac:spMkLst>
        </pc:spChg>
        <pc:spChg chg="del">
          <ac:chgData name="Миша Егорович" userId="98d634f47dc88d2f" providerId="Windows Live" clId="Web-{5E6202AE-120E-B9E1-50BD-9B098D4265AB}" dt="2025-12-10T10:12:35.077" v="7"/>
          <ac:spMkLst>
            <pc:docMk/>
            <pc:sldMk cId="1679291720" sldId="268"/>
            <ac:spMk id="3" creationId="{869E3159-CD8C-E8FD-3A27-3D5CB81954AA}"/>
          </ac:spMkLst>
        </pc:spChg>
        <pc:spChg chg="add del">
          <ac:chgData name="Миша Егорович" userId="98d634f47dc88d2f" providerId="Windows Live" clId="Web-{5E6202AE-120E-B9E1-50BD-9B098D4265AB}" dt="2025-12-10T10:12:32.733" v="6"/>
          <ac:spMkLst>
            <pc:docMk/>
            <pc:sldMk cId="1679291720" sldId="268"/>
            <ac:spMk id="4" creationId="{E8E19AEA-F3A1-D9E8-3B26-137FDE4E2471}"/>
          </ac:spMkLst>
        </pc:spChg>
        <pc:spChg chg="add mod">
          <ac:chgData name="Миша Егорович" userId="98d634f47dc88d2f" providerId="Windows Live" clId="Web-{5E6202AE-120E-B9E1-50BD-9B098D4265AB}" dt="2025-12-10T10:18:57.518" v="182" actId="1076"/>
          <ac:spMkLst>
            <pc:docMk/>
            <pc:sldMk cId="1679291720" sldId="268"/>
            <ac:spMk id="5" creationId="{4F7C3C27-C7D7-B0C5-B237-F04105784D8F}"/>
          </ac:spMkLst>
        </pc:spChg>
        <pc:spChg chg="add mod">
          <ac:chgData name="Миша Егорович" userId="98d634f47dc88d2f" providerId="Windows Live" clId="Web-{5E6202AE-120E-B9E1-50BD-9B098D4265AB}" dt="2025-12-10T10:13:17.390" v="41" actId="14100"/>
          <ac:spMkLst>
            <pc:docMk/>
            <pc:sldMk cId="1679291720" sldId="268"/>
            <ac:spMk id="6" creationId="{4EF48A66-11D7-F7C0-075C-FF9DF4525955}"/>
          </ac:spMkLst>
        </pc:spChg>
        <pc:spChg chg="add mod">
          <ac:chgData name="Миша Егорович" userId="98d634f47dc88d2f" providerId="Windows Live" clId="Web-{5E6202AE-120E-B9E1-50BD-9B098D4265AB}" dt="2025-12-10T10:13:41.703" v="51" actId="1076"/>
          <ac:spMkLst>
            <pc:docMk/>
            <pc:sldMk cId="1679291720" sldId="268"/>
            <ac:spMk id="7" creationId="{10E509F9-976F-7A81-10FE-F98193CD8C75}"/>
          </ac:spMkLst>
        </pc:spChg>
        <pc:spChg chg="add mod">
          <ac:chgData name="Миша Егорович" userId="98d634f47dc88d2f" providerId="Windows Live" clId="Web-{5E6202AE-120E-B9E1-50BD-9B098D4265AB}" dt="2025-12-10T10:14:15.907" v="78" actId="1076"/>
          <ac:spMkLst>
            <pc:docMk/>
            <pc:sldMk cId="1679291720" sldId="268"/>
            <ac:spMk id="8" creationId="{0C0EEF72-3C80-EB33-EF3A-CD803B5119FB}"/>
          </ac:spMkLst>
        </pc:spChg>
        <pc:spChg chg="add mod">
          <ac:chgData name="Миша Егорович" userId="98d634f47dc88d2f" providerId="Windows Live" clId="Web-{5E6202AE-120E-B9E1-50BD-9B098D4265AB}" dt="2025-12-10T10:17:09.877" v="171" actId="20577"/>
          <ac:spMkLst>
            <pc:docMk/>
            <pc:sldMk cId="1679291720" sldId="268"/>
            <ac:spMk id="9" creationId="{C2398493-4CB9-08C2-425B-C0425CF95963}"/>
          </ac:spMkLst>
        </pc:spChg>
        <pc:spChg chg="add mod">
          <ac:chgData name="Миша Егорович" userId="98d634f47dc88d2f" providerId="Windows Live" clId="Web-{5E6202AE-120E-B9E1-50BD-9B098D4265AB}" dt="2025-12-10T10:14:50.735" v="107" actId="1076"/>
          <ac:spMkLst>
            <pc:docMk/>
            <pc:sldMk cId="1679291720" sldId="268"/>
            <ac:spMk id="10" creationId="{F4C22E4F-7E10-2586-4F6A-F74C068CB180}"/>
          </ac:spMkLst>
        </pc:spChg>
        <pc:spChg chg="add mod">
          <ac:chgData name="Миша Егорович" userId="98d634f47dc88d2f" providerId="Windows Live" clId="Web-{5E6202AE-120E-B9E1-50BD-9B098D4265AB}" dt="2025-12-10T10:16:38.283" v="162" actId="1076"/>
          <ac:spMkLst>
            <pc:docMk/>
            <pc:sldMk cId="1679291720" sldId="268"/>
            <ac:spMk id="11" creationId="{AF6FFF63-D471-968E-1E4C-002181B0EE0B}"/>
          </ac:spMkLst>
        </pc:spChg>
        <pc:spChg chg="add mod">
          <ac:chgData name="Миша Егорович" userId="98d634f47dc88d2f" providerId="Windows Live" clId="Web-{5E6202AE-120E-B9E1-50BD-9B098D4265AB}" dt="2025-12-10T10:16:35.408" v="161" actId="1076"/>
          <ac:spMkLst>
            <pc:docMk/>
            <pc:sldMk cId="1679291720" sldId="268"/>
            <ac:spMk id="12" creationId="{7EA97D1E-B5B4-9925-CB53-2E9C65463D3F}"/>
          </ac:spMkLst>
        </pc:spChg>
        <pc:spChg chg="add mod">
          <ac:chgData name="Миша Егорович" userId="98d634f47dc88d2f" providerId="Windows Live" clId="Web-{5E6202AE-120E-B9E1-50BD-9B098D4265AB}" dt="2025-12-10T10:16:32.580" v="160" actId="1076"/>
          <ac:spMkLst>
            <pc:docMk/>
            <pc:sldMk cId="1679291720" sldId="268"/>
            <ac:spMk id="13" creationId="{D6A227F5-D0CC-62D1-9CF4-2F8D750831BD}"/>
          </ac:spMkLst>
        </pc:spChg>
        <pc:spChg chg="add mod">
          <ac:chgData name="Миша Егорович" userId="98d634f47dc88d2f" providerId="Windows Live" clId="Web-{5E6202AE-120E-B9E1-50BD-9B098D4265AB}" dt="2025-12-10T10:16:47.080" v="163" actId="1076"/>
          <ac:spMkLst>
            <pc:docMk/>
            <pc:sldMk cId="1679291720" sldId="268"/>
            <ac:spMk id="14" creationId="{293A8040-9A5D-B25B-EB0D-7E64CF35ADE2}"/>
          </ac:spMkLst>
        </pc:spChg>
        <pc:grpChg chg="add mod">
          <ac:chgData name="Миша Егорович" userId="98d634f47dc88d2f" providerId="Windows Live" clId="Web-{5E6202AE-120E-B9E1-50BD-9B098D4265AB}" dt="2025-12-10T10:21:35.972" v="210" actId="1076"/>
          <ac:grpSpMkLst>
            <pc:docMk/>
            <pc:sldMk cId="1679291720" sldId="268"/>
            <ac:grpSpMk id="24" creationId="{FE59AC2D-3C5E-517A-5CF3-C217A16FE13D}"/>
          </ac:grpSpMkLst>
        </pc:grpChg>
        <pc:cxnChg chg="add mod">
          <ac:chgData name="Миша Егорович" userId="98d634f47dc88d2f" providerId="Windows Live" clId="Web-{5E6202AE-120E-B9E1-50BD-9B098D4265AB}" dt="2025-12-10T10:17:49.752" v="175" actId="14100"/>
          <ac:cxnSpMkLst>
            <pc:docMk/>
            <pc:sldMk cId="1679291720" sldId="268"/>
            <ac:cxnSpMk id="15" creationId="{EFE65519-3E1D-513C-D585-FBC09F14C7F6}"/>
          </ac:cxnSpMkLst>
        </pc:cxnChg>
        <pc:cxnChg chg="add mod">
          <ac:chgData name="Миша Егорович" userId="98d634f47dc88d2f" providerId="Windows Live" clId="Web-{5E6202AE-120E-B9E1-50BD-9B098D4265AB}" dt="2025-12-10T10:18:53.268" v="181" actId="1076"/>
          <ac:cxnSpMkLst>
            <pc:docMk/>
            <pc:sldMk cId="1679291720" sldId="268"/>
            <ac:cxnSpMk id="16" creationId="{BF972ECD-3834-5170-9D9A-F3BBC33280A4}"/>
          </ac:cxnSpMkLst>
        </pc:cxnChg>
        <pc:cxnChg chg="add mod">
          <ac:chgData name="Миша Егорович" userId="98d634f47dc88d2f" providerId="Windows Live" clId="Web-{5E6202AE-120E-B9E1-50BD-9B098D4265AB}" dt="2025-12-10T10:19:16.550" v="184" actId="14100"/>
          <ac:cxnSpMkLst>
            <pc:docMk/>
            <pc:sldMk cId="1679291720" sldId="268"/>
            <ac:cxnSpMk id="17" creationId="{8525881C-572D-C726-F920-07F403848ADF}"/>
          </ac:cxnSpMkLst>
        </pc:cxnChg>
        <pc:cxnChg chg="add mod">
          <ac:chgData name="Миша Егорович" userId="98d634f47dc88d2f" providerId="Windows Live" clId="Web-{5E6202AE-120E-B9E1-50BD-9B098D4265AB}" dt="2025-12-10T10:19:22.909" v="186" actId="1076"/>
          <ac:cxnSpMkLst>
            <pc:docMk/>
            <pc:sldMk cId="1679291720" sldId="268"/>
            <ac:cxnSpMk id="18" creationId="{37EA2D13-E57F-F06C-6A89-15D6E5ABB8B0}"/>
          </ac:cxnSpMkLst>
        </pc:cxnChg>
        <pc:cxnChg chg="add mod">
          <ac:chgData name="Миша Егорович" userId="98d634f47dc88d2f" providerId="Windows Live" clId="Web-{5E6202AE-120E-B9E1-50BD-9B098D4265AB}" dt="2025-12-10T10:19:29.034" v="188" actId="1076"/>
          <ac:cxnSpMkLst>
            <pc:docMk/>
            <pc:sldMk cId="1679291720" sldId="268"/>
            <ac:cxnSpMk id="19" creationId="{E2B57ADC-441D-626A-F733-3E284604A38B}"/>
          </ac:cxnSpMkLst>
        </pc:cxnChg>
        <pc:cxnChg chg="add mod">
          <ac:chgData name="Миша Егорович" userId="98d634f47dc88d2f" providerId="Windows Live" clId="Web-{5E6202AE-120E-B9E1-50BD-9B098D4265AB}" dt="2025-12-10T10:20:36.550" v="205" actId="14100"/>
          <ac:cxnSpMkLst>
            <pc:docMk/>
            <pc:sldMk cId="1679291720" sldId="268"/>
            <ac:cxnSpMk id="20" creationId="{61632861-35D6-EA5B-73B1-F219FA11CE46}"/>
          </ac:cxnSpMkLst>
        </pc:cxnChg>
        <pc:cxnChg chg="add mod">
          <ac:chgData name="Миша Егорович" userId="98d634f47dc88d2f" providerId="Windows Live" clId="Web-{5E6202AE-120E-B9E1-50BD-9B098D4265AB}" dt="2025-12-10T10:20:44.284" v="206" actId="14100"/>
          <ac:cxnSpMkLst>
            <pc:docMk/>
            <pc:sldMk cId="1679291720" sldId="268"/>
            <ac:cxnSpMk id="21" creationId="{DE6B6F4B-54EE-B644-BECD-480B74135892}"/>
          </ac:cxnSpMkLst>
        </pc:cxnChg>
        <pc:cxnChg chg="add mod">
          <ac:chgData name="Миша Егорович" userId="98d634f47dc88d2f" providerId="Windows Live" clId="Web-{5E6202AE-120E-B9E1-50BD-9B098D4265AB}" dt="2025-12-10T10:20:47.159" v="207" actId="14100"/>
          <ac:cxnSpMkLst>
            <pc:docMk/>
            <pc:sldMk cId="1679291720" sldId="268"/>
            <ac:cxnSpMk id="22" creationId="{AA6B95C9-6AEF-4D02-0ED9-BB256D30534A}"/>
          </ac:cxnSpMkLst>
        </pc:cxnChg>
        <pc:cxnChg chg="add mod">
          <ac:chgData name="Миша Егорович" userId="98d634f47dc88d2f" providerId="Windows Live" clId="Web-{5E6202AE-120E-B9E1-50BD-9B098D4265AB}" dt="2025-12-10T10:20:50.737" v="208" actId="14100"/>
          <ac:cxnSpMkLst>
            <pc:docMk/>
            <pc:sldMk cId="1679291720" sldId="268"/>
            <ac:cxnSpMk id="23" creationId="{3BC61361-86FB-4042-A589-A9BC8F75BDFA}"/>
          </ac:cxnSpMkLst>
        </pc:cxnChg>
      </pc:sldChg>
    </pc:docChg>
  </pc:docChgLst>
  <pc:docChgLst>
    <pc:chgData name="Миша Егорович" userId="98d634f47dc88d2f" providerId="Windows Live" clId="Web-{7708377C-23A5-4B28-4B8C-C10A9ACFF24D}"/>
    <pc:docChg chg="addSld modSld">
      <pc:chgData name="Миша Егорович" userId="98d634f47dc88d2f" providerId="Windows Live" clId="Web-{7708377C-23A5-4B28-4B8C-C10A9ACFF24D}" dt="2025-12-09T11:55:56.579" v="1730" actId="20577"/>
      <pc:docMkLst>
        <pc:docMk/>
      </pc:docMkLst>
      <pc:sldChg chg="modSp">
        <pc:chgData name="Миша Егорович" userId="98d634f47dc88d2f" providerId="Windows Live" clId="Web-{7708377C-23A5-4B28-4B8C-C10A9ACFF24D}" dt="2025-12-09T11:53:47.293" v="1208" actId="20577"/>
        <pc:sldMkLst>
          <pc:docMk/>
          <pc:sldMk cId="1351651579" sldId="256"/>
        </pc:sldMkLst>
        <pc:spChg chg="mod">
          <ac:chgData name="Миша Егорович" userId="98d634f47dc88d2f" providerId="Windows Live" clId="Web-{7708377C-23A5-4B28-4B8C-C10A9ACFF24D}" dt="2025-12-09T11:53:43.824" v="1207" actId="20577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Миша Егорович" userId="98d634f47dc88d2f" providerId="Windows Live" clId="Web-{7708377C-23A5-4B28-4B8C-C10A9ACFF24D}" dt="2025-12-09T11:53:47.293" v="1208" actId="20577"/>
          <ac:spMkLst>
            <pc:docMk/>
            <pc:sldMk cId="1351651579" sldId="256"/>
            <ac:spMk id="3" creationId="{00000000-0000-0000-0000-000000000000}"/>
          </ac:spMkLst>
        </pc:spChg>
      </pc:sldChg>
      <pc:sldChg chg="modSp new">
        <pc:chgData name="Миша Егорович" userId="98d634f47dc88d2f" providerId="Windows Live" clId="Web-{7708377C-23A5-4B28-4B8C-C10A9ACFF24D}" dt="2025-12-09T11:53:39.808" v="1206" actId="20577"/>
        <pc:sldMkLst>
          <pc:docMk/>
          <pc:sldMk cId="2753021663" sldId="257"/>
        </pc:sldMkLst>
        <pc:spChg chg="mod">
          <ac:chgData name="Миша Егорович" userId="98d634f47dc88d2f" providerId="Windows Live" clId="Web-{7708377C-23A5-4B28-4B8C-C10A9ACFF24D}" dt="2025-12-09T11:53:39.808" v="1206" actId="20577"/>
          <ac:spMkLst>
            <pc:docMk/>
            <pc:sldMk cId="2753021663" sldId="257"/>
            <ac:spMk id="2" creationId="{748813A7-2019-C628-361B-C25B0D751A7A}"/>
          </ac:spMkLst>
        </pc:spChg>
        <pc:spChg chg="mod">
          <ac:chgData name="Миша Егорович" userId="98d634f47dc88d2f" providerId="Windows Live" clId="Web-{7708377C-23A5-4B28-4B8C-C10A9ACFF24D}" dt="2025-12-09T11:53:37.136" v="1205" actId="20577"/>
          <ac:spMkLst>
            <pc:docMk/>
            <pc:sldMk cId="2753021663" sldId="257"/>
            <ac:spMk id="3" creationId="{0EAC3772-3A00-4F50-A701-45A596771436}"/>
          </ac:spMkLst>
        </pc:spChg>
      </pc:sldChg>
      <pc:sldChg chg="addSp delSp modSp new mod setBg">
        <pc:chgData name="Миша Егорович" userId="98d634f47dc88d2f" providerId="Windows Live" clId="Web-{7708377C-23A5-4B28-4B8C-C10A9ACFF24D}" dt="2025-12-09T11:52:48.557" v="1192" actId="20577"/>
        <pc:sldMkLst>
          <pc:docMk/>
          <pc:sldMk cId="3243383147" sldId="258"/>
        </pc:sldMkLst>
        <pc:spChg chg="mod">
          <ac:chgData name="Миша Егорович" userId="98d634f47dc88d2f" providerId="Windows Live" clId="Web-{7708377C-23A5-4B28-4B8C-C10A9ACFF24D}" dt="2025-12-09T11:52:18.557" v="1186" actId="20577"/>
          <ac:spMkLst>
            <pc:docMk/>
            <pc:sldMk cId="3243383147" sldId="258"/>
            <ac:spMk id="2" creationId="{64652FA1-1F66-243A-5D61-3AEDD48A633B}"/>
          </ac:spMkLst>
        </pc:spChg>
        <pc:spChg chg="del mod">
          <ac:chgData name="Миша Егорович" userId="98d634f47dc88d2f" providerId="Windows Live" clId="Web-{7708377C-23A5-4B28-4B8C-C10A9ACFF24D}" dt="2025-12-09T11:09:54.692" v="231"/>
          <ac:spMkLst>
            <pc:docMk/>
            <pc:sldMk cId="3243383147" sldId="258"/>
            <ac:spMk id="3" creationId="{F3CD13E8-E048-367A-72F8-44011B85C7B3}"/>
          </ac:spMkLst>
        </pc:spChg>
        <pc:spChg chg="add del mod">
          <ac:chgData name="Миша Егорович" userId="98d634f47dc88d2f" providerId="Windows Live" clId="Web-{7708377C-23A5-4B28-4B8C-C10A9ACFF24D}" dt="2025-12-09T11:28:03.053" v="434"/>
          <ac:spMkLst>
            <pc:docMk/>
            <pc:sldMk cId="3243383147" sldId="258"/>
            <ac:spMk id="11" creationId="{0CD43F32-BC8A-F3B3-4A5B-0F7EB343DEBE}"/>
          </ac:spMkLst>
        </pc:spChg>
        <pc:spChg chg="add del mod">
          <ac:chgData name="Миша Егорович" userId="98d634f47dc88d2f" providerId="Windows Live" clId="Web-{7708377C-23A5-4B28-4B8C-C10A9ACFF24D}" dt="2025-12-09T11:27:54.615" v="431"/>
          <ac:spMkLst>
            <pc:docMk/>
            <pc:sldMk cId="3243383147" sldId="258"/>
            <ac:spMk id="12" creationId="{84635122-4514-D0CF-D095-160AF527EE80}"/>
          </ac:spMkLst>
        </pc:spChg>
        <pc:spChg chg="add del mod">
          <ac:chgData name="Миша Егорович" userId="98d634f47dc88d2f" providerId="Windows Live" clId="Web-{7708377C-23A5-4B28-4B8C-C10A9ACFF24D}" dt="2025-12-09T11:27:58.397" v="432"/>
          <ac:spMkLst>
            <pc:docMk/>
            <pc:sldMk cId="3243383147" sldId="258"/>
            <ac:spMk id="13" creationId="{1E90EB7E-A6A3-D3C8-D4B2-6AF03444635E}"/>
          </ac:spMkLst>
        </pc:spChg>
        <pc:spChg chg="add del mod">
          <ac:chgData name="Миша Егорович" userId="98d634f47dc88d2f" providerId="Windows Live" clId="Web-{7708377C-23A5-4B28-4B8C-C10A9ACFF24D}" dt="2025-12-09T11:28:00.366" v="433"/>
          <ac:spMkLst>
            <pc:docMk/>
            <pc:sldMk cId="3243383147" sldId="258"/>
            <ac:spMk id="14" creationId="{677D9A47-9275-BEF8-12A8-95494551835C}"/>
          </ac:spMkLst>
        </pc:spChg>
        <pc:spChg chg="add del">
          <ac:chgData name="Миша Егорович" userId="98d634f47dc88d2f" providerId="Windows Live" clId="Web-{7708377C-23A5-4B28-4B8C-C10A9ACFF24D}" dt="2025-12-09T11:28:53.100" v="450"/>
          <ac:spMkLst>
            <pc:docMk/>
            <pc:sldMk cId="3243383147" sldId="258"/>
            <ac:spMk id="15" creationId="{91F55C5D-1648-4BE3-932D-8CADBF3F6736}"/>
          </ac:spMkLst>
        </pc:spChg>
        <pc:spChg chg="add del">
          <ac:chgData name="Миша Егорович" userId="98d634f47dc88d2f" providerId="Windows Live" clId="Web-{7708377C-23A5-4B28-4B8C-C10A9ACFF24D}" dt="2025-12-09T11:28:53.100" v="450"/>
          <ac:spMkLst>
            <pc:docMk/>
            <pc:sldMk cId="3243383147" sldId="258"/>
            <ac:spMk id="17" creationId="{A38E1331-B5A6-44BE-BF4E-EE6C2FD2A242}"/>
          </ac:spMkLst>
        </pc:spChg>
        <pc:spChg chg="add mod">
          <ac:chgData name="Миша Егорович" userId="98d634f47dc88d2f" providerId="Windows Live" clId="Web-{7708377C-23A5-4B28-4B8C-C10A9ACFF24D}" dt="2025-12-09T11:52:22.932" v="1187" actId="20577"/>
          <ac:spMkLst>
            <pc:docMk/>
            <pc:sldMk cId="3243383147" sldId="258"/>
            <ac:spMk id="18" creationId="{E47ADD2A-8D22-D095-D979-0EDB9BD6BD1E}"/>
          </ac:spMkLst>
        </pc:spChg>
        <pc:spChg chg="add mod">
          <ac:chgData name="Миша Егорович" userId="98d634f47dc88d2f" providerId="Windows Live" clId="Web-{7708377C-23A5-4B28-4B8C-C10A9ACFF24D}" dt="2025-12-09T11:52:36.823" v="1190" actId="20577"/>
          <ac:spMkLst>
            <pc:docMk/>
            <pc:sldMk cId="3243383147" sldId="258"/>
            <ac:spMk id="19" creationId="{E495875C-F4D7-10A6-8366-487E6B03C671}"/>
          </ac:spMkLst>
        </pc:spChg>
        <pc:spChg chg="add mod">
          <ac:chgData name="Миша Егорович" userId="98d634f47dc88d2f" providerId="Windows Live" clId="Web-{7708377C-23A5-4B28-4B8C-C10A9ACFF24D}" dt="2025-12-09T11:52:48.557" v="1192" actId="20577"/>
          <ac:spMkLst>
            <pc:docMk/>
            <pc:sldMk cId="3243383147" sldId="258"/>
            <ac:spMk id="20" creationId="{68B064EB-EB65-7D54-2F53-B06FBE36C05B}"/>
          </ac:spMkLst>
        </pc:spChg>
        <pc:spChg chg="add mod">
          <ac:chgData name="Миша Егорович" userId="98d634f47dc88d2f" providerId="Windows Live" clId="Web-{7708377C-23A5-4B28-4B8C-C10A9ACFF24D}" dt="2025-12-09T11:52:43.260" v="1191" actId="20577"/>
          <ac:spMkLst>
            <pc:docMk/>
            <pc:sldMk cId="3243383147" sldId="258"/>
            <ac:spMk id="21" creationId="{F2B79116-73AE-9BA4-C36E-F810F88A7233}"/>
          </ac:spMkLst>
        </pc:spChg>
        <pc:picChg chg="add mod ord">
          <ac:chgData name="Миша Егорович" userId="98d634f47dc88d2f" providerId="Windows Live" clId="Web-{7708377C-23A5-4B28-4B8C-C10A9ACFF24D}" dt="2025-12-09T11:29:58.992" v="464" actId="1076"/>
          <ac:picMkLst>
            <pc:docMk/>
            <pc:sldMk cId="3243383147" sldId="258"/>
            <ac:picMk id="4" creationId="{CBB63235-CCC7-A5AF-CBC0-AA8509D0FA33}"/>
          </ac:picMkLst>
        </pc:picChg>
        <pc:picChg chg="add del mod">
          <ac:chgData name="Миша Егорович" userId="98d634f47dc88d2f" providerId="Windows Live" clId="Web-{7708377C-23A5-4B28-4B8C-C10A9ACFF24D}" dt="2025-12-09T11:16:11.039" v="256"/>
          <ac:picMkLst>
            <pc:docMk/>
            <pc:sldMk cId="3243383147" sldId="258"/>
            <ac:picMk id="5" creationId="{3FE9322C-86D7-FB31-6982-4F53C4F129F2}"/>
          </ac:picMkLst>
        </pc:picChg>
        <pc:picChg chg="add del mod">
          <ac:chgData name="Миша Егорович" userId="98d634f47dc88d2f" providerId="Windows Live" clId="Web-{7708377C-23A5-4B28-4B8C-C10A9ACFF24D}" dt="2025-12-09T11:16:18.726" v="258"/>
          <ac:picMkLst>
            <pc:docMk/>
            <pc:sldMk cId="3243383147" sldId="258"/>
            <ac:picMk id="6" creationId="{CCD78DFC-58BB-4C0E-1CAD-0A798076C235}"/>
          </ac:picMkLst>
        </pc:picChg>
        <pc:picChg chg="add mod">
          <ac:chgData name="Миша Егорович" userId="98d634f47dc88d2f" providerId="Windows Live" clId="Web-{7708377C-23A5-4B28-4B8C-C10A9ACFF24D}" dt="2025-12-09T11:29:55.101" v="462" actId="1076"/>
          <ac:picMkLst>
            <pc:docMk/>
            <pc:sldMk cId="3243383147" sldId="258"/>
            <ac:picMk id="7" creationId="{1ADB2010-2D07-C812-0555-938970BFCE55}"/>
          </ac:picMkLst>
        </pc:picChg>
        <pc:picChg chg="add del mod ord modCrop">
          <ac:chgData name="Миша Егорович" userId="98d634f47dc88d2f" providerId="Windows Live" clId="Web-{7708377C-23A5-4B28-4B8C-C10A9ACFF24D}" dt="2025-12-09T11:29:07.741" v="456"/>
          <ac:picMkLst>
            <pc:docMk/>
            <pc:sldMk cId="3243383147" sldId="258"/>
            <ac:picMk id="8" creationId="{984F9C85-972A-12DC-9741-4627BB00D4CD}"/>
          </ac:picMkLst>
        </pc:picChg>
        <pc:picChg chg="add del mod">
          <ac:chgData name="Миша Егорович" userId="98d634f47dc88d2f" providerId="Windows Live" clId="Web-{7708377C-23A5-4B28-4B8C-C10A9ACFF24D}" dt="2025-12-09T11:16:23.226" v="260"/>
          <ac:picMkLst>
            <pc:docMk/>
            <pc:sldMk cId="3243383147" sldId="258"/>
            <ac:picMk id="9" creationId="{7F9EB3AB-9635-AC4C-6176-1E55BD386457}"/>
          </ac:picMkLst>
        </pc:picChg>
        <pc:picChg chg="add mod">
          <ac:chgData name="Миша Егорович" userId="98d634f47dc88d2f" providerId="Windows Live" clId="Web-{7708377C-23A5-4B28-4B8C-C10A9ACFF24D}" dt="2025-12-09T11:52:29.151" v="1189" actId="1076"/>
          <ac:picMkLst>
            <pc:docMk/>
            <pc:sldMk cId="3243383147" sldId="258"/>
            <ac:picMk id="10" creationId="{9DB5F830-FB04-56BE-7821-D337E34E09C7}"/>
          </ac:picMkLst>
        </pc:picChg>
        <pc:picChg chg="add mod ord">
          <ac:chgData name="Миша Егорович" userId="98d634f47dc88d2f" providerId="Windows Live" clId="Web-{7708377C-23A5-4B28-4B8C-C10A9ACFF24D}" dt="2025-12-09T11:30:15.273" v="468" actId="1076"/>
          <ac:picMkLst>
            <pc:docMk/>
            <pc:sldMk cId="3243383147" sldId="258"/>
            <ac:picMk id="16" creationId="{F2835159-41E5-6F28-CB32-34CB5CA2D7AF}"/>
          </ac:picMkLst>
        </pc:picChg>
      </pc:sldChg>
      <pc:sldChg chg="addSp delSp modSp new">
        <pc:chgData name="Миша Егорович" userId="98d634f47dc88d2f" providerId="Windows Live" clId="Web-{7708377C-23A5-4B28-4B8C-C10A9ACFF24D}" dt="2025-12-09T11:53:13.823" v="1198" actId="20577"/>
        <pc:sldMkLst>
          <pc:docMk/>
          <pc:sldMk cId="3907721250" sldId="259"/>
        </pc:sldMkLst>
        <pc:spChg chg="del">
          <ac:chgData name="Миша Егорович" userId="98d634f47dc88d2f" providerId="Windows Live" clId="Web-{7708377C-23A5-4B28-4B8C-C10A9ACFF24D}" dt="2025-12-09T11:18:57.055" v="275"/>
          <ac:spMkLst>
            <pc:docMk/>
            <pc:sldMk cId="3907721250" sldId="259"/>
            <ac:spMk id="2" creationId="{3CAF877C-4397-5A5A-5794-75E287CD497D}"/>
          </ac:spMkLst>
        </pc:spChg>
        <pc:spChg chg="del">
          <ac:chgData name="Миша Егорович" userId="98d634f47dc88d2f" providerId="Windows Live" clId="Web-{7708377C-23A5-4B28-4B8C-C10A9ACFF24D}" dt="2025-12-09T11:16:13.617" v="257"/>
          <ac:spMkLst>
            <pc:docMk/>
            <pc:sldMk cId="3907721250" sldId="259"/>
            <ac:spMk id="3" creationId="{10B7BF90-ED6F-F445-D21B-1FBAB0504EDD}"/>
          </ac:spMkLst>
        </pc:spChg>
        <pc:spChg chg="add mod">
          <ac:chgData name="Миша Егорович" userId="98d634f47dc88d2f" providerId="Windows Live" clId="Web-{7708377C-23A5-4B28-4B8C-C10A9ACFF24D}" dt="2025-12-09T11:53:13.823" v="1198" actId="20577"/>
          <ac:spMkLst>
            <pc:docMk/>
            <pc:sldMk cId="3907721250" sldId="259"/>
            <ac:spMk id="9" creationId="{430C27D0-AFAD-B084-AB8C-FA95D039D62B}"/>
          </ac:spMkLst>
        </pc:spChg>
        <pc:spChg chg="add mod">
          <ac:chgData name="Миша Егорович" userId="98d634f47dc88d2f" providerId="Windows Live" clId="Web-{7708377C-23A5-4B28-4B8C-C10A9ACFF24D}" dt="2025-12-09T11:52:55.573" v="1193" actId="20577"/>
          <ac:spMkLst>
            <pc:docMk/>
            <pc:sldMk cId="3907721250" sldId="259"/>
            <ac:spMk id="11" creationId="{00C2A4DC-F071-5966-36B7-C40567128D25}"/>
          </ac:spMkLst>
        </pc:spChg>
        <pc:spChg chg="add mod">
          <ac:chgData name="Миша Егорович" userId="98d634f47dc88d2f" providerId="Windows Live" clId="Web-{7708377C-23A5-4B28-4B8C-C10A9ACFF24D}" dt="2025-12-09T11:53:01.479" v="1195" actId="20577"/>
          <ac:spMkLst>
            <pc:docMk/>
            <pc:sldMk cId="3907721250" sldId="259"/>
            <ac:spMk id="13" creationId="{C37A60D4-E446-0E82-8B92-9829283AB2A3}"/>
          </ac:spMkLst>
        </pc:spChg>
        <pc:spChg chg="add mod">
          <ac:chgData name="Миша Егорович" userId="98d634f47dc88d2f" providerId="Windows Live" clId="Web-{7708377C-23A5-4B28-4B8C-C10A9ACFF24D}" dt="2025-12-09T11:53:05.011" v="1196" actId="20577"/>
          <ac:spMkLst>
            <pc:docMk/>
            <pc:sldMk cId="3907721250" sldId="259"/>
            <ac:spMk id="15" creationId="{2558FAA6-5801-A754-1894-2DF0D7010A6F}"/>
          </ac:spMkLst>
        </pc:spChg>
        <pc:spChg chg="add del mod">
          <ac:chgData name="Миша Егорович" userId="98d634f47dc88d2f" providerId="Windows Live" clId="Web-{7708377C-23A5-4B28-4B8C-C10A9ACFF24D}" dt="2025-12-09T11:24:08.815" v="350"/>
          <ac:spMkLst>
            <pc:docMk/>
            <pc:sldMk cId="3907721250" sldId="259"/>
            <ac:spMk id="17" creationId="{ACD2F4CD-F611-4567-7AD5-69D470E71B32}"/>
          </ac:spMkLst>
        </pc:spChg>
        <pc:spChg chg="add mod">
          <ac:chgData name="Миша Егорович" userId="98d634f47dc88d2f" providerId="Windows Live" clId="Web-{7708377C-23A5-4B28-4B8C-C10A9ACFF24D}" dt="2025-12-09T11:53:08.995" v="1197" actId="20577"/>
          <ac:spMkLst>
            <pc:docMk/>
            <pc:sldMk cId="3907721250" sldId="259"/>
            <ac:spMk id="18" creationId="{723E1185-F267-A034-664A-E75F065ED2BA}"/>
          </ac:spMkLst>
        </pc:spChg>
        <pc:grpChg chg="add mod">
          <ac:chgData name="Миша Егорович" userId="98d634f47dc88d2f" providerId="Windows Live" clId="Web-{7708377C-23A5-4B28-4B8C-C10A9ACFF24D}" dt="2025-12-09T11:31:59.321" v="531" actId="1076"/>
          <ac:grpSpMkLst>
            <pc:docMk/>
            <pc:sldMk cId="3907721250" sldId="259"/>
            <ac:grpSpMk id="10" creationId="{813A3662-B9C5-03C6-4BAD-0FA5F88B1CB1}"/>
          </ac:grpSpMkLst>
        </pc:grpChg>
        <pc:grpChg chg="add mod">
          <ac:chgData name="Миша Егорович" userId="98d634f47dc88d2f" providerId="Windows Live" clId="Web-{7708377C-23A5-4B28-4B8C-C10A9ACFF24D}" dt="2025-12-09T11:31:54.680" v="530" actId="1076"/>
          <ac:grpSpMkLst>
            <pc:docMk/>
            <pc:sldMk cId="3907721250" sldId="259"/>
            <ac:grpSpMk id="12" creationId="{EB035DC3-3A6B-D7CE-4F40-EE62EAEE87FD}"/>
          </ac:grpSpMkLst>
        </pc:grpChg>
        <pc:grpChg chg="add mod">
          <ac:chgData name="Миша Егорович" userId="98d634f47dc88d2f" providerId="Windows Live" clId="Web-{7708377C-23A5-4B28-4B8C-C10A9ACFF24D}" dt="2025-12-09T11:31:42.961" v="527" actId="1076"/>
          <ac:grpSpMkLst>
            <pc:docMk/>
            <pc:sldMk cId="3907721250" sldId="259"/>
            <ac:grpSpMk id="14" creationId="{8AC40F81-23B8-F763-D9DB-EA33067DA755}"/>
          </ac:grpSpMkLst>
        </pc:grpChg>
        <pc:grpChg chg="add mod">
          <ac:chgData name="Миша Егорович" userId="98d634f47dc88d2f" providerId="Windows Live" clId="Web-{7708377C-23A5-4B28-4B8C-C10A9ACFF24D}" dt="2025-12-09T11:31:40.774" v="526" actId="1076"/>
          <ac:grpSpMkLst>
            <pc:docMk/>
            <pc:sldMk cId="3907721250" sldId="259"/>
            <ac:grpSpMk id="16" creationId="{9A409A01-BE33-0F1C-ACC7-28B963A22B7D}"/>
          </ac:grpSpMkLst>
        </pc:grpChg>
        <pc:picChg chg="add mod ord">
          <ac:chgData name="Миша Егорович" userId="98d634f47dc88d2f" providerId="Windows Live" clId="Web-{7708377C-23A5-4B28-4B8C-C10A9ACFF24D}" dt="2025-12-09T11:31:45.899" v="528" actId="1076"/>
          <ac:picMkLst>
            <pc:docMk/>
            <pc:sldMk cId="3907721250" sldId="259"/>
            <ac:picMk id="4" creationId="{2A8BC838-568F-74A9-CF7C-CD5EAB766131}"/>
          </ac:picMkLst>
        </pc:picChg>
        <pc:picChg chg="add mod">
          <ac:chgData name="Миша Егорович" userId="98d634f47dc88d2f" providerId="Windows Live" clId="Web-{7708377C-23A5-4B28-4B8C-C10A9ACFF24D}" dt="2025-12-09T11:19:05.665" v="279" actId="1076"/>
          <ac:picMkLst>
            <pc:docMk/>
            <pc:sldMk cId="3907721250" sldId="259"/>
            <ac:picMk id="5" creationId="{34E0E9C9-1CDC-F5D6-4ED9-D2DBDEDBBB6A}"/>
          </ac:picMkLst>
        </pc:picChg>
        <pc:picChg chg="add mod">
          <ac:chgData name="Миша Егорович" userId="98d634f47dc88d2f" providerId="Windows Live" clId="Web-{7708377C-23A5-4B28-4B8C-C10A9ACFF24D}" dt="2025-12-09T11:18:59.727" v="276" actId="1076"/>
          <ac:picMkLst>
            <pc:docMk/>
            <pc:sldMk cId="3907721250" sldId="259"/>
            <ac:picMk id="6" creationId="{3C99D635-0BDF-0473-2AA5-4119FE4C9E4E}"/>
          </ac:picMkLst>
        </pc:picChg>
        <pc:picChg chg="add mod">
          <ac:chgData name="Миша Егорович" userId="98d634f47dc88d2f" providerId="Windows Live" clId="Web-{7708377C-23A5-4B28-4B8C-C10A9ACFF24D}" dt="2025-12-09T11:19:04.212" v="278" actId="1076"/>
          <ac:picMkLst>
            <pc:docMk/>
            <pc:sldMk cId="3907721250" sldId="259"/>
            <ac:picMk id="7" creationId="{860A1C99-B932-99D5-6B10-DCBEF816C82B}"/>
          </ac:picMkLst>
        </pc:picChg>
        <pc:picChg chg="add mod">
          <ac:chgData name="Миша Егорович" userId="98d634f47dc88d2f" providerId="Windows Live" clId="Web-{7708377C-23A5-4B28-4B8C-C10A9ACFF24D}" dt="2025-12-09T11:19:01.930" v="277" actId="1076"/>
          <ac:picMkLst>
            <pc:docMk/>
            <pc:sldMk cId="3907721250" sldId="259"/>
            <ac:picMk id="8" creationId="{9D82E3F8-83B6-C138-2172-15208181BAC4}"/>
          </ac:picMkLst>
        </pc:picChg>
      </pc:sldChg>
      <pc:sldChg chg="addSp delSp modSp new">
        <pc:chgData name="Миша Егорович" userId="98d634f47dc88d2f" providerId="Windows Live" clId="Web-{7708377C-23A5-4B28-4B8C-C10A9ACFF24D}" dt="2025-12-09T11:55:40.797" v="1701" actId="20577"/>
        <pc:sldMkLst>
          <pc:docMk/>
          <pc:sldMk cId="915807856" sldId="260"/>
        </pc:sldMkLst>
        <pc:spChg chg="mod">
          <ac:chgData name="Миша Егорович" userId="98d634f47dc88d2f" providerId="Windows Live" clId="Web-{7708377C-23A5-4B28-4B8C-C10A9ACFF24D}" dt="2025-12-09T11:52:06.666" v="1184" actId="20577"/>
          <ac:spMkLst>
            <pc:docMk/>
            <pc:sldMk cId="915807856" sldId="260"/>
            <ac:spMk id="2" creationId="{704BDA77-2108-DC48-4E22-EC41B13D007D}"/>
          </ac:spMkLst>
        </pc:spChg>
        <pc:spChg chg="del mod">
          <ac:chgData name="Миша Егорович" userId="98d634f47dc88d2f" providerId="Windows Live" clId="Web-{7708377C-23A5-4B28-4B8C-C10A9ACFF24D}" dt="2025-12-09T11:32:44.493" v="537"/>
          <ac:spMkLst>
            <pc:docMk/>
            <pc:sldMk cId="915807856" sldId="260"/>
            <ac:spMk id="3" creationId="{A0FE020C-C594-76BB-A4C5-5095EC856508}"/>
          </ac:spMkLst>
        </pc:spChg>
        <pc:spChg chg="add mod">
          <ac:chgData name="Миша Егорович" userId="98d634f47dc88d2f" providerId="Windows Live" clId="Web-{7708377C-23A5-4B28-4B8C-C10A9ACFF24D}" dt="2025-12-09T11:55:40.797" v="1701" actId="20577"/>
          <ac:spMkLst>
            <pc:docMk/>
            <pc:sldMk cId="915807856" sldId="260"/>
            <ac:spMk id="5" creationId="{4B2E0E43-2A67-02BE-62BB-5F5551940D46}"/>
          </ac:spMkLst>
        </pc:spChg>
        <pc:graphicFrameChg chg="add mod modGraphic">
          <ac:chgData name="Миша Егорович" userId="98d634f47dc88d2f" providerId="Windows Live" clId="Web-{7708377C-23A5-4B28-4B8C-C10A9ACFF24D}" dt="2025-12-09T11:54:11.106" v="1212" actId="1076"/>
          <ac:graphicFrameMkLst>
            <pc:docMk/>
            <pc:sldMk cId="915807856" sldId="260"/>
            <ac:graphicFrameMk id="7" creationId="{4F2D3F01-4526-910C-5CFD-FEEEB83E2D3B}"/>
          </ac:graphicFrameMkLst>
        </pc:graphicFrameChg>
        <pc:picChg chg="add mod ord">
          <ac:chgData name="Миша Егорович" userId="98d634f47dc88d2f" providerId="Windows Live" clId="Web-{7708377C-23A5-4B28-4B8C-C10A9ACFF24D}" dt="2025-12-09T11:32:47.259" v="538" actId="1076"/>
          <ac:picMkLst>
            <pc:docMk/>
            <pc:sldMk cId="915807856" sldId="260"/>
            <ac:picMk id="4" creationId="{8EC1FAED-4568-FFEE-529C-B738F0A86BD0}"/>
          </ac:picMkLst>
        </pc:picChg>
      </pc:sldChg>
      <pc:sldChg chg="addSp delSp modSp new">
        <pc:chgData name="Миша Егорович" userId="98d634f47dc88d2f" providerId="Windows Live" clId="Web-{7708377C-23A5-4B28-4B8C-C10A9ACFF24D}" dt="2025-12-09T11:52:12.479" v="1185" actId="20577"/>
        <pc:sldMkLst>
          <pc:docMk/>
          <pc:sldMk cId="162319983" sldId="261"/>
        </pc:sldMkLst>
        <pc:spChg chg="mod">
          <ac:chgData name="Миша Егорович" userId="98d634f47dc88d2f" providerId="Windows Live" clId="Web-{7708377C-23A5-4B28-4B8C-C10A9ACFF24D}" dt="2025-12-09T11:52:12.479" v="1185" actId="20577"/>
          <ac:spMkLst>
            <pc:docMk/>
            <pc:sldMk cId="162319983" sldId="261"/>
            <ac:spMk id="2" creationId="{13FD66A9-5DC8-4D30-B43F-2CD5E4CB7422}"/>
          </ac:spMkLst>
        </pc:spChg>
        <pc:spChg chg="del mod">
          <ac:chgData name="Миша Егорович" userId="98d634f47dc88d2f" providerId="Windows Live" clId="Web-{7708377C-23A5-4B28-4B8C-C10A9ACFF24D}" dt="2025-12-09T11:37:56.498" v="596"/>
          <ac:spMkLst>
            <pc:docMk/>
            <pc:sldMk cId="162319983" sldId="261"/>
            <ac:spMk id="3" creationId="{F3958E44-F4AB-B5A7-E4D0-A7AD07548B17}"/>
          </ac:spMkLst>
        </pc:spChg>
        <pc:spChg chg="add mod">
          <ac:chgData name="Миша Егорович" userId="98d634f47dc88d2f" providerId="Windows Live" clId="Web-{7708377C-23A5-4B28-4B8C-C10A9ACFF24D}" dt="2025-12-09T11:50:04.463" v="1165" actId="20577"/>
          <ac:spMkLst>
            <pc:docMk/>
            <pc:sldMk cId="162319983" sldId="261"/>
            <ac:spMk id="5" creationId="{0B2F82A0-12F7-89AA-C15C-6AC63BDCD84B}"/>
          </ac:spMkLst>
        </pc:spChg>
        <pc:picChg chg="add mod ord">
          <ac:chgData name="Миша Егорович" userId="98d634f47dc88d2f" providerId="Windows Live" clId="Web-{7708377C-23A5-4B28-4B8C-C10A9ACFF24D}" dt="2025-12-09T11:40:19.846" v="661" actId="14100"/>
          <ac:picMkLst>
            <pc:docMk/>
            <pc:sldMk cId="162319983" sldId="261"/>
            <ac:picMk id="4" creationId="{2F9AE4E6-2D5B-83DC-4936-52A041695011}"/>
          </ac:picMkLst>
        </pc:picChg>
      </pc:sldChg>
      <pc:sldChg chg="modSp new">
        <pc:chgData name="Миша Егорович" userId="98d634f47dc88d2f" providerId="Windows Live" clId="Web-{7708377C-23A5-4B28-4B8C-C10A9ACFF24D}" dt="2025-12-09T11:52:02.010" v="1183" actId="20577"/>
        <pc:sldMkLst>
          <pc:docMk/>
          <pc:sldMk cId="1153785666" sldId="262"/>
        </pc:sldMkLst>
        <pc:spChg chg="mod">
          <ac:chgData name="Миша Егорович" userId="98d634f47dc88d2f" providerId="Windows Live" clId="Web-{7708377C-23A5-4B28-4B8C-C10A9ACFF24D}" dt="2025-12-09T11:52:02.010" v="1183" actId="20577"/>
          <ac:spMkLst>
            <pc:docMk/>
            <pc:sldMk cId="1153785666" sldId="262"/>
            <ac:spMk id="2" creationId="{56460DF1-E00B-3A8A-8DB0-87F1B1A24E20}"/>
          </ac:spMkLst>
        </pc:spChg>
      </pc:sldChg>
      <pc:sldChg chg="addSp delSp modSp new">
        <pc:chgData name="Миша Егорович" userId="98d634f47dc88d2f" providerId="Windows Live" clId="Web-{7708377C-23A5-4B28-4B8C-C10A9ACFF24D}" dt="2025-12-09T11:55:56.579" v="1730" actId="20577"/>
        <pc:sldMkLst>
          <pc:docMk/>
          <pc:sldMk cId="721856833" sldId="263"/>
        </pc:sldMkLst>
        <pc:spChg chg="mod">
          <ac:chgData name="Миша Егорович" userId="98d634f47dc88d2f" providerId="Windows Live" clId="Web-{7708377C-23A5-4B28-4B8C-C10A9ACFF24D}" dt="2025-12-09T11:55:56.579" v="1730" actId="20577"/>
          <ac:spMkLst>
            <pc:docMk/>
            <pc:sldMk cId="721856833" sldId="263"/>
            <ac:spMk id="2" creationId="{4751D4DD-0420-360C-2019-2AF5BDBC0BE1}"/>
          </ac:spMkLst>
        </pc:spChg>
        <pc:spChg chg="del mod">
          <ac:chgData name="Миша Егорович" userId="98d634f47dc88d2f" providerId="Windows Live" clId="Web-{7708377C-23A5-4B28-4B8C-C10A9ACFF24D}" dt="2025-12-09T11:41:39.129" v="691"/>
          <ac:spMkLst>
            <pc:docMk/>
            <pc:sldMk cId="721856833" sldId="263"/>
            <ac:spMk id="3" creationId="{BC5FB68D-3211-9C9A-3385-205E25F2EF8F}"/>
          </ac:spMkLst>
        </pc:spChg>
        <pc:spChg chg="add mod">
          <ac:chgData name="Миша Егорович" userId="98d634f47dc88d2f" providerId="Windows Live" clId="Web-{7708377C-23A5-4B28-4B8C-C10A9ACFF24D}" dt="2025-12-09T11:43:26.256" v="784" actId="1076"/>
          <ac:spMkLst>
            <pc:docMk/>
            <pc:sldMk cId="721856833" sldId="263"/>
            <ac:spMk id="6" creationId="{F947D977-F068-2C4D-8C00-9D278B3219B5}"/>
          </ac:spMkLst>
        </pc:spChg>
        <pc:graphicFrameChg chg="add mod ord modGraphic">
          <ac:chgData name="Миша Егорович" userId="98d634f47dc88d2f" providerId="Windows Live" clId="Web-{7708377C-23A5-4B28-4B8C-C10A9ACFF24D}" dt="2025-12-09T11:55:49.735" v="1729"/>
          <ac:graphicFrameMkLst>
            <pc:docMk/>
            <pc:sldMk cId="721856833" sldId="263"/>
            <ac:graphicFrameMk id="5" creationId="{9658420A-CE8D-C184-2EBF-DCFC76274CB1}"/>
          </ac:graphicFrameMkLst>
        </pc:graphicFrameChg>
      </pc:sldChg>
      <pc:sldChg chg="modSp new">
        <pc:chgData name="Миша Егорович" userId="98d634f47dc88d2f" providerId="Windows Live" clId="Web-{7708377C-23A5-4B28-4B8C-C10A9ACFF24D}" dt="2025-12-09T11:51:56.057" v="1182" actId="20577"/>
        <pc:sldMkLst>
          <pc:docMk/>
          <pc:sldMk cId="2793343277" sldId="264"/>
        </pc:sldMkLst>
        <pc:spChg chg="mod">
          <ac:chgData name="Миша Егорович" userId="98d634f47dc88d2f" providerId="Windows Live" clId="Web-{7708377C-23A5-4B28-4B8C-C10A9ACFF24D}" dt="2025-12-09T11:51:56.057" v="1182" actId="20577"/>
          <ac:spMkLst>
            <pc:docMk/>
            <pc:sldMk cId="2793343277" sldId="264"/>
            <ac:spMk id="2" creationId="{EE064C2A-2099-E010-E258-2DE4A672E5F9}"/>
          </ac:spMkLst>
        </pc:spChg>
        <pc:spChg chg="mod">
          <ac:chgData name="Миша Егорович" userId="98d634f47dc88d2f" providerId="Windows Live" clId="Web-{7708377C-23A5-4B28-4B8C-C10A9ACFF24D}" dt="2025-12-09T11:51:52.276" v="1181" actId="20577"/>
          <ac:spMkLst>
            <pc:docMk/>
            <pc:sldMk cId="2793343277" sldId="264"/>
            <ac:spMk id="3" creationId="{EBE77F3F-29A8-BE88-3292-24222B0B8A5C}"/>
          </ac:spMkLst>
        </pc:spChg>
      </pc:sldChg>
    </pc:docChg>
  </pc:docChgLst>
  <pc:docChgLst>
    <pc:chgData name="Миша Егорович" userId="98d634f47dc88d2f" providerId="Windows Live" clId="Web-{B7311408-5A54-E3D1-5E57-715D0CAF8403}"/>
    <pc:docChg chg="addSld modSld">
      <pc:chgData name="Миша Егорович" userId="98d634f47dc88d2f" providerId="Windows Live" clId="Web-{B7311408-5A54-E3D1-5E57-715D0CAF8403}" dt="2025-12-10T09:46:17.623" v="99" actId="20577"/>
      <pc:docMkLst>
        <pc:docMk/>
      </pc:docMkLst>
      <pc:sldChg chg="addSp delSp modSp">
        <pc:chgData name="Миша Егорович" userId="98d634f47dc88d2f" providerId="Windows Live" clId="Web-{B7311408-5A54-E3D1-5E57-715D0CAF8403}" dt="2025-12-10T09:26:09.608" v="67" actId="20577"/>
        <pc:sldMkLst>
          <pc:docMk/>
          <pc:sldMk cId="1153785666" sldId="262"/>
        </pc:sldMkLst>
        <pc:spChg chg="mod">
          <ac:chgData name="Миша Егорович" userId="98d634f47dc88d2f" providerId="Windows Live" clId="Web-{B7311408-5A54-E3D1-5E57-715D0CAF8403}" dt="2025-12-10T09:24:45.451" v="34" actId="1076"/>
          <ac:spMkLst>
            <pc:docMk/>
            <pc:sldMk cId="1153785666" sldId="262"/>
            <ac:spMk id="2" creationId="{56460DF1-E00B-3A8A-8DB0-87F1B1A24E20}"/>
          </ac:spMkLst>
        </pc:spChg>
        <pc:spChg chg="del">
          <ac:chgData name="Миша Егорович" userId="98d634f47dc88d2f" providerId="Windows Live" clId="Web-{B7311408-5A54-E3D1-5E57-715D0CAF8403}" dt="2025-12-10T09:16:14.685" v="0"/>
          <ac:spMkLst>
            <pc:docMk/>
            <pc:sldMk cId="1153785666" sldId="262"/>
            <ac:spMk id="3" creationId="{91FF039C-66D8-05D5-B91A-0DFDF51EC0A3}"/>
          </ac:spMkLst>
        </pc:spChg>
        <pc:spChg chg="add del mod">
          <ac:chgData name="Миша Егорович" userId="98d634f47dc88d2f" providerId="Windows Live" clId="Web-{B7311408-5A54-E3D1-5E57-715D0CAF8403}" dt="2025-12-10T09:18:37.857" v="3"/>
          <ac:spMkLst>
            <pc:docMk/>
            <pc:sldMk cId="1153785666" sldId="262"/>
            <ac:spMk id="6" creationId="{8ADEDD5D-731B-BC73-86CB-C27BA5F88116}"/>
          </ac:spMkLst>
        </pc:spChg>
        <pc:spChg chg="add mod">
          <ac:chgData name="Миша Егорович" userId="98d634f47dc88d2f" providerId="Windows Live" clId="Web-{B7311408-5A54-E3D1-5E57-715D0CAF8403}" dt="2025-12-10T09:26:05.717" v="66" actId="20577"/>
          <ac:spMkLst>
            <pc:docMk/>
            <pc:sldMk cId="1153785666" sldId="262"/>
            <ac:spMk id="10" creationId="{D9382ADD-B3F5-7E80-9442-A242DE9C1F8A}"/>
          </ac:spMkLst>
        </pc:spChg>
        <pc:spChg chg="add mod">
          <ac:chgData name="Миша Егорович" userId="98d634f47dc88d2f" providerId="Windows Live" clId="Web-{B7311408-5A54-E3D1-5E57-715D0CAF8403}" dt="2025-12-10T09:26:09.608" v="67" actId="20577"/>
          <ac:spMkLst>
            <pc:docMk/>
            <pc:sldMk cId="1153785666" sldId="262"/>
            <ac:spMk id="11" creationId="{227E1FE0-9C2D-6431-6CBC-1F93D72F0C8F}"/>
          </ac:spMkLst>
        </pc:spChg>
        <pc:picChg chg="add del mod ord">
          <ac:chgData name="Миша Егорович" userId="98d634f47dc88d2f" providerId="Windows Live" clId="Web-{B7311408-5A54-E3D1-5E57-715D0CAF8403}" dt="2025-12-10T09:16:25.825" v="2"/>
          <ac:picMkLst>
            <pc:docMk/>
            <pc:sldMk cId="1153785666" sldId="262"/>
            <ac:picMk id="4" creationId="{65FE789B-C081-F629-F05F-98E885D4C602}"/>
          </ac:picMkLst>
        </pc:picChg>
        <pc:picChg chg="add mod ord">
          <ac:chgData name="Миша Егорович" userId="98d634f47dc88d2f" providerId="Windows Live" clId="Web-{B7311408-5A54-E3D1-5E57-715D0CAF8403}" dt="2025-12-10T09:24:48.764" v="35" actId="1076"/>
          <ac:picMkLst>
            <pc:docMk/>
            <pc:sldMk cId="1153785666" sldId="262"/>
            <ac:picMk id="7" creationId="{87BB2ADE-E906-5D50-31B9-1BA4DDD602E6}"/>
          </ac:picMkLst>
        </pc:picChg>
        <pc:picChg chg="add del mod">
          <ac:chgData name="Миша Егорович" userId="98d634f47dc88d2f" providerId="Windows Live" clId="Web-{B7311408-5A54-E3D1-5E57-715D0CAF8403}" dt="2025-12-10T09:24:06.310" v="19"/>
          <ac:picMkLst>
            <pc:docMk/>
            <pc:sldMk cId="1153785666" sldId="262"/>
            <ac:picMk id="8" creationId="{A33970C1-DC93-64C2-27AF-4D255D79D0AC}"/>
          </ac:picMkLst>
        </pc:picChg>
        <pc:picChg chg="add mod">
          <ac:chgData name="Миша Егорович" userId="98d634f47dc88d2f" providerId="Windows Live" clId="Web-{B7311408-5A54-E3D1-5E57-715D0CAF8403}" dt="2025-12-10T09:25:02.201" v="39" actId="14100"/>
          <ac:picMkLst>
            <pc:docMk/>
            <pc:sldMk cId="1153785666" sldId="262"/>
            <ac:picMk id="9" creationId="{5E34A790-F16B-6E3D-F1F6-91CB0A8F49A7}"/>
          </ac:picMkLst>
        </pc:picChg>
      </pc:sldChg>
      <pc:sldChg chg="addSp delSp modSp new">
        <pc:chgData name="Миша Егорович" userId="98d634f47dc88d2f" providerId="Windows Live" clId="Web-{B7311408-5A54-E3D1-5E57-715D0CAF8403}" dt="2025-12-10T09:46:17.623" v="99" actId="20577"/>
        <pc:sldMkLst>
          <pc:docMk/>
          <pc:sldMk cId="3621218467" sldId="265"/>
        </pc:sldMkLst>
        <pc:spChg chg="del">
          <ac:chgData name="Миша Егорович" userId="98d634f47dc88d2f" providerId="Windows Live" clId="Web-{B7311408-5A54-E3D1-5E57-715D0CAF8403}" dt="2025-12-10T09:24:00.842" v="17"/>
          <ac:spMkLst>
            <pc:docMk/>
            <pc:sldMk cId="3621218467" sldId="265"/>
            <ac:spMk id="2" creationId="{B44E0C69-22A4-E03A-820C-3C2D18967A97}"/>
          </ac:spMkLst>
        </pc:spChg>
        <pc:spChg chg="del">
          <ac:chgData name="Миша Егорович" userId="98d634f47dc88d2f" providerId="Windows Live" clId="Web-{B7311408-5A54-E3D1-5E57-715D0CAF8403}" dt="2025-12-10T09:23:41.685" v="12"/>
          <ac:spMkLst>
            <pc:docMk/>
            <pc:sldMk cId="3621218467" sldId="265"/>
            <ac:spMk id="3" creationId="{98B6E488-C332-6359-9D82-C138AEA6B301}"/>
          </ac:spMkLst>
        </pc:spChg>
        <pc:spChg chg="add del mod">
          <ac:chgData name="Миша Егорович" userId="98d634f47dc88d2f" providerId="Windows Live" clId="Web-{B7311408-5A54-E3D1-5E57-715D0CAF8403}" dt="2025-12-10T09:26:17.998" v="69"/>
          <ac:spMkLst>
            <pc:docMk/>
            <pc:sldMk cId="3621218467" sldId="265"/>
            <ac:spMk id="8" creationId="{DFD924FE-A54C-0403-FFDC-DD1B6377BF63}"/>
          </ac:spMkLst>
        </pc:spChg>
        <pc:spChg chg="add del mod">
          <ac:chgData name="Миша Егорович" userId="98d634f47dc88d2f" providerId="Windows Live" clId="Web-{B7311408-5A54-E3D1-5E57-715D0CAF8403}" dt="2025-12-10T09:26:24.467" v="70"/>
          <ac:spMkLst>
            <pc:docMk/>
            <pc:sldMk cId="3621218467" sldId="265"/>
            <ac:spMk id="10" creationId="{6EF76B77-100E-4EBA-C07C-00D115F7F349}"/>
          </ac:spMkLst>
        </pc:spChg>
        <pc:spChg chg="add mod">
          <ac:chgData name="Миша Егорович" userId="98d634f47dc88d2f" providerId="Windows Live" clId="Web-{B7311408-5A54-E3D1-5E57-715D0CAF8403}" dt="2025-12-10T09:46:17.623" v="99" actId="20577"/>
          <ac:spMkLst>
            <pc:docMk/>
            <pc:sldMk cId="3621218467" sldId="265"/>
            <ac:spMk id="11" creationId="{E7E21BB8-6CC9-D671-D4D8-E2F9D160102D}"/>
          </ac:spMkLst>
        </pc:spChg>
        <pc:spChg chg="add mod">
          <ac:chgData name="Миша Егорович" userId="98d634f47dc88d2f" providerId="Windows Live" clId="Web-{B7311408-5A54-E3D1-5E57-715D0CAF8403}" dt="2025-12-10T09:39:17.870" v="97" actId="20577"/>
          <ac:spMkLst>
            <pc:docMk/>
            <pc:sldMk cId="3621218467" sldId="265"/>
            <ac:spMk id="12" creationId="{508FF06B-8C5E-EE3E-B3E8-6221BA0EF3D2}"/>
          </ac:spMkLst>
        </pc:spChg>
        <pc:picChg chg="add del mod ord">
          <ac:chgData name="Миша Егорович" userId="98d634f47dc88d2f" providerId="Windows Live" clId="Web-{B7311408-5A54-E3D1-5E57-715D0CAF8403}" dt="2025-12-10T09:24:34.451" v="31"/>
          <ac:picMkLst>
            <pc:docMk/>
            <pc:sldMk cId="3621218467" sldId="265"/>
            <ac:picMk id="4" creationId="{BC047A07-D93E-779E-BA3C-7480A4B836AA}"/>
          </ac:picMkLst>
        </pc:picChg>
        <pc:picChg chg="add mod">
          <ac:chgData name="Миша Егорович" userId="98d634f47dc88d2f" providerId="Windows Live" clId="Web-{B7311408-5A54-E3D1-5E57-715D0CAF8403}" dt="2025-12-10T09:26:28.358" v="71" actId="1076"/>
          <ac:picMkLst>
            <pc:docMk/>
            <pc:sldMk cId="3621218467" sldId="265"/>
            <ac:picMk id="5" creationId="{0DDAEC46-35C5-7676-FAE0-F64E0D27083F}"/>
          </ac:picMkLst>
        </pc:picChg>
        <pc:picChg chg="add mod">
          <ac:chgData name="Миша Егорович" userId="98d634f47dc88d2f" providerId="Windows Live" clId="Web-{B7311408-5A54-E3D1-5E57-715D0CAF8403}" dt="2025-12-10T09:26:38.483" v="72" actId="1076"/>
          <ac:picMkLst>
            <pc:docMk/>
            <pc:sldMk cId="3621218467" sldId="265"/>
            <ac:picMk id="6" creationId="{41D10343-44F1-DB5D-5B83-F4DCDBC8A2A5}"/>
          </ac:picMkLst>
        </pc:picChg>
      </pc:sldChg>
      <pc:sldChg chg="add replId">
        <pc:chgData name="Миша Егорович" userId="98d634f47dc88d2f" providerId="Windows Live" clId="Web-{B7311408-5A54-E3D1-5E57-715D0CAF8403}" dt="2025-12-10T09:46:10.076" v="98"/>
        <pc:sldMkLst>
          <pc:docMk/>
          <pc:sldMk cId="808108464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Проект</a:t>
            </a:r>
            <a:r>
              <a:rPr lang="ru-RU" dirty="0">
                <a:latin typeface="Times New Roman"/>
              </a:rPr>
              <a:t/>
            </a:r>
            <a:br>
              <a:rPr lang="ru-RU" dirty="0">
                <a:latin typeface="Times New Roman"/>
              </a:rPr>
            </a:br>
            <a:r>
              <a:rPr lang="ru-RU" dirty="0">
                <a:latin typeface="Times New Roman"/>
                <a:cs typeface="Times New Roman"/>
              </a:rPr>
              <a:t>"Умная шкатулка"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Выполнил ученик</a:t>
            </a:r>
          </a:p>
          <a:p>
            <a:r>
              <a:rPr lang="ru-RU" dirty="0">
                <a:latin typeface="Times New Roman"/>
                <a:cs typeface="Times New Roman"/>
              </a:rPr>
              <a:t> 9Б класса</a:t>
            </a:r>
          </a:p>
          <a:p>
            <a:r>
              <a:rPr lang="ru-RU" dirty="0">
                <a:latin typeface="Times New Roman"/>
                <a:cs typeface="Times New Roman"/>
              </a:rPr>
              <a:t>Коледа Глеб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813A7-2019-C628-361B-C25B0D75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AC3772-3A00-4F50-A701-45A59677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 b="1" dirty="0">
                <a:latin typeface="Times New Roman"/>
                <a:cs typeface="Times New Roman"/>
              </a:rPr>
              <a:t>Цель</a:t>
            </a:r>
            <a:r>
              <a:rPr lang="ru-RU" sz="1800" dirty="0">
                <a:latin typeface="Times New Roman"/>
                <a:cs typeface="Times New Roman"/>
              </a:rPr>
              <a:t>: </a:t>
            </a:r>
            <a:endParaRPr lang="ru-RU" dirty="0"/>
          </a:p>
          <a:p>
            <a:pPr marL="0" indent="0">
              <a:buNone/>
            </a:pPr>
            <a:r>
              <a:rPr lang="ru-RU" sz="1800" dirty="0">
                <a:latin typeface="Times New Roman"/>
                <a:cs typeface="Times New Roman"/>
              </a:rPr>
              <a:t>Создать шкатулку с ограниченным доступом</a:t>
            </a:r>
            <a:endParaRPr lang="ru-RU" dirty="0"/>
          </a:p>
          <a:p>
            <a:pPr marL="0" indent="0">
              <a:buNone/>
            </a:pPr>
            <a:endParaRPr lang="ru-RU" sz="1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 b="1" dirty="0">
                <a:latin typeface="Times New Roman"/>
                <a:cs typeface="Times New Roman"/>
              </a:rPr>
              <a:t>Задачи</a:t>
            </a:r>
            <a:r>
              <a:rPr lang="ru-RU" sz="1800" dirty="0">
                <a:latin typeface="Times New Roman"/>
                <a:cs typeface="Times New Roman"/>
              </a:rPr>
              <a:t>: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Изучить аппаратную базу </a:t>
            </a:r>
            <a:r>
              <a:rPr lang="ru-RU" sz="1800" err="1">
                <a:latin typeface="Times New Roman"/>
                <a:cs typeface="Times New Roman"/>
              </a:rPr>
              <a:t>Arduino</a:t>
            </a:r>
            <a:endParaRPr lang="ru-RU" sz="18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Изучить программную базу </a:t>
            </a:r>
            <a:r>
              <a:rPr lang="ru-RU" sz="1800" err="1">
                <a:latin typeface="Times New Roman"/>
                <a:cs typeface="Times New Roman"/>
              </a:rPr>
              <a:t>Arduino</a:t>
            </a:r>
            <a:endParaRPr lang="ru-RU" sz="180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Освоить работу с ИК-датчиками и сервоприводами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Разработать конструкцию и дизайн шкатулки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Собрать устройство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ru-RU" sz="1800" dirty="0">
                <a:latin typeface="Times New Roman"/>
                <a:cs typeface="Times New Roman"/>
              </a:rPr>
              <a:t>Проверить работоспособность устройства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02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E59AC2D-3C5E-517A-5CF3-C217A16FE13D}"/>
              </a:ext>
            </a:extLst>
          </p:cNvPr>
          <p:cNvGrpSpPr/>
          <p:nvPr/>
        </p:nvGrpSpPr>
        <p:grpSpPr>
          <a:xfrm>
            <a:off x="924234" y="1138482"/>
            <a:ext cx="10466615" cy="4050915"/>
            <a:chOff x="987734" y="222268"/>
            <a:chExt cx="10466615" cy="40509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7C3C27-C7D7-B0C5-B237-F04105784D8F}"/>
                </a:ext>
              </a:extLst>
            </p:cNvPr>
            <p:cNvSpPr txBox="1"/>
            <p:nvPr/>
          </p:nvSpPr>
          <p:spPr>
            <a:xfrm>
              <a:off x="5548133" y="222268"/>
              <a:ext cx="170676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dirty="0"/>
                <a:t>Среда </a:t>
              </a:r>
              <a:r>
                <a:rPr lang="ru-RU" dirty="0" err="1"/>
                <a:t>Arduino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F48A66-11D7-F7C0-075C-FF9DF4525955}"/>
                </a:ext>
              </a:extLst>
            </p:cNvPr>
            <p:cNvSpPr txBox="1"/>
            <p:nvPr/>
          </p:nvSpPr>
          <p:spPr>
            <a:xfrm>
              <a:off x="3175286" y="1499936"/>
              <a:ext cx="255174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dirty="0"/>
                <a:t>Программная часть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E509F9-976F-7A81-10FE-F98193CD8C75}"/>
                </a:ext>
              </a:extLst>
            </p:cNvPr>
            <p:cNvSpPr txBox="1"/>
            <p:nvPr/>
          </p:nvSpPr>
          <p:spPr>
            <a:xfrm>
              <a:off x="6853798" y="1501273"/>
              <a:ext cx="27432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dirty="0"/>
                <a:t>Аппаратная часть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0EEF72-3C80-EB33-EF3A-CD803B5119FB}"/>
                </a:ext>
              </a:extLst>
            </p:cNvPr>
            <p:cNvSpPr txBox="1"/>
            <p:nvPr/>
          </p:nvSpPr>
          <p:spPr>
            <a:xfrm>
              <a:off x="3178914" y="2402113"/>
              <a:ext cx="2249905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 dirty="0"/>
                <a:t>Среда разработки </a:t>
              </a:r>
              <a:r>
                <a:rPr lang="ru-RU" err="1"/>
                <a:t>Arduino</a:t>
              </a:r>
              <a:r>
                <a:rPr lang="ru-RU" dirty="0"/>
                <a:t> IDE</a:t>
              </a:r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398493-4CB9-08C2-425B-C0425CF95963}"/>
                </a:ext>
              </a:extLst>
            </p:cNvPr>
            <p:cNvSpPr txBox="1"/>
            <p:nvPr/>
          </p:nvSpPr>
          <p:spPr>
            <a:xfrm>
              <a:off x="6760220" y="2403164"/>
              <a:ext cx="256606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 dirty="0"/>
                <a:t>Плата </a:t>
              </a:r>
              <a:endParaRPr lang="ru-RU"/>
            </a:p>
            <a:p>
              <a:pPr algn="ctr"/>
              <a:r>
                <a:rPr lang="ru-RU" dirty="0"/>
                <a:t>с микроконтроллером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C22E4F-7E10-2586-4F6A-F74C068CB180}"/>
                </a:ext>
              </a:extLst>
            </p:cNvPr>
            <p:cNvSpPr txBox="1"/>
            <p:nvPr/>
          </p:nvSpPr>
          <p:spPr>
            <a:xfrm>
              <a:off x="9657634" y="2545538"/>
              <a:ext cx="179671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dirty="0"/>
                <a:t>Прочие модули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6FFF63-D471-968E-1E4C-002181B0EE0B}"/>
                </a:ext>
              </a:extLst>
            </p:cNvPr>
            <p:cNvSpPr txBox="1"/>
            <p:nvPr/>
          </p:nvSpPr>
          <p:spPr>
            <a:xfrm>
              <a:off x="2441265" y="3624179"/>
              <a:ext cx="121117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/>
                <a:t>Редактор кода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A97D1E-B5B4-9925-CB53-2E9C65463D3F}"/>
                </a:ext>
              </a:extLst>
            </p:cNvPr>
            <p:cNvSpPr txBox="1"/>
            <p:nvPr/>
          </p:nvSpPr>
          <p:spPr>
            <a:xfrm>
              <a:off x="3871590" y="3625515"/>
              <a:ext cx="137102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 dirty="0"/>
                <a:t>Менеджер библиотек</a:t>
              </a:r>
              <a:endParaRPr lang="ru-R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A227F5-D0CC-62D1-9CF4-2F8D750831BD}"/>
                </a:ext>
              </a:extLst>
            </p:cNvPr>
            <p:cNvSpPr txBox="1"/>
            <p:nvPr/>
          </p:nvSpPr>
          <p:spPr>
            <a:xfrm>
              <a:off x="5407049" y="3626852"/>
              <a:ext cx="136357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/>
                <a:t>Монитор порта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3A8040-9A5D-B25B-EB0D-7E64CF35ADE2}"/>
                </a:ext>
              </a:extLst>
            </p:cNvPr>
            <p:cNvSpPr txBox="1"/>
            <p:nvPr/>
          </p:nvSpPr>
          <p:spPr>
            <a:xfrm>
              <a:off x="987734" y="3764929"/>
              <a:ext cx="129138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ru-RU"/>
                <a:t>Загрузчик</a:t>
              </a:r>
            </a:p>
          </p:txBody>
        </p: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EFE65519-3E1D-513C-D585-FBC09F14C7F6}"/>
                </a:ext>
              </a:extLst>
            </p:cNvPr>
            <p:cNvCxnSpPr/>
            <p:nvPr/>
          </p:nvCxnSpPr>
          <p:spPr>
            <a:xfrm flipH="1">
              <a:off x="4129504" y="894825"/>
              <a:ext cx="1559522" cy="620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BF972ECD-3834-5170-9D9A-F3BBC33280A4}"/>
                </a:ext>
              </a:extLst>
            </p:cNvPr>
            <p:cNvCxnSpPr>
              <a:cxnSpLocks/>
            </p:cNvCxnSpPr>
            <p:nvPr/>
          </p:nvCxnSpPr>
          <p:spPr>
            <a:xfrm>
              <a:off x="6306646" y="894824"/>
              <a:ext cx="1559522" cy="620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8525881C-572D-C726-F920-07F403848ADF}"/>
                </a:ext>
              </a:extLst>
            </p:cNvPr>
            <p:cNvCxnSpPr/>
            <p:nvPr/>
          </p:nvCxnSpPr>
          <p:spPr>
            <a:xfrm>
              <a:off x="4162925" y="1874826"/>
              <a:ext cx="8021" cy="5998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37EA2D13-E57F-F06C-6A89-15D6E5ABB8B0}"/>
                </a:ext>
              </a:extLst>
            </p:cNvPr>
            <p:cNvCxnSpPr>
              <a:cxnSpLocks/>
            </p:cNvCxnSpPr>
            <p:nvPr/>
          </p:nvCxnSpPr>
          <p:spPr>
            <a:xfrm>
              <a:off x="7991067" y="1874825"/>
              <a:ext cx="8021" cy="5998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E2B57ADC-441D-626A-F733-3E284604A38B}"/>
                </a:ext>
              </a:extLst>
            </p:cNvPr>
            <p:cNvCxnSpPr>
              <a:cxnSpLocks/>
            </p:cNvCxnSpPr>
            <p:nvPr/>
          </p:nvCxnSpPr>
          <p:spPr>
            <a:xfrm>
              <a:off x="8547288" y="1847323"/>
              <a:ext cx="1559522" cy="620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61632861-35D6-EA5B-73B1-F219FA11CE46}"/>
                </a:ext>
              </a:extLst>
            </p:cNvPr>
            <p:cNvCxnSpPr/>
            <p:nvPr/>
          </p:nvCxnSpPr>
          <p:spPr>
            <a:xfrm flipV="1">
              <a:off x="1676400" y="2910877"/>
              <a:ext cx="1628942" cy="8827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>
              <a:extLst>
                <a:ext uri="{FF2B5EF4-FFF2-40B4-BE49-F238E27FC236}">
                  <a16:creationId xmlns:a16="http://schemas.microsoft.com/office/drawing/2014/main" id="{DE6B6F4B-54EE-B644-BECD-480B74135892}"/>
                </a:ext>
              </a:extLst>
            </p:cNvPr>
            <p:cNvCxnSpPr/>
            <p:nvPr/>
          </p:nvCxnSpPr>
          <p:spPr>
            <a:xfrm flipV="1">
              <a:off x="3107966" y="3081228"/>
              <a:ext cx="605015" cy="5857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AA6B95C9-6AEF-4D02-0ED9-BB256D30534A}"/>
                </a:ext>
              </a:extLst>
            </p:cNvPr>
            <p:cNvCxnSpPr/>
            <p:nvPr/>
          </p:nvCxnSpPr>
          <p:spPr>
            <a:xfrm flipH="1" flipV="1">
              <a:off x="4367941" y="3142247"/>
              <a:ext cx="128432" cy="548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3BC61361-86FB-4042-A589-A9BC8F75BDFA}"/>
                </a:ext>
              </a:extLst>
            </p:cNvPr>
            <p:cNvCxnSpPr/>
            <p:nvPr/>
          </p:nvCxnSpPr>
          <p:spPr>
            <a:xfrm flipH="1" flipV="1">
              <a:off x="5008478" y="2993665"/>
              <a:ext cx="1079310" cy="6447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929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2835159-41E5-6F28-CB32-34CB5CA2D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685" y="3663846"/>
            <a:ext cx="4103913" cy="30899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52FA1-1F66-243A-5D61-3AEDD48A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Компоненты</a:t>
            </a:r>
          </a:p>
        </p:txBody>
      </p:sp>
      <p:pic>
        <p:nvPicPr>
          <p:cNvPr id="4" name="Объект 3" descr="Изображение выглядит как электроника, Электронный компонент, Компонент схемы, Пассивный компонент цеп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B63235-CCC7-A5AF-CBC0-AA8509D0F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8658" y="1448820"/>
            <a:ext cx="3510643" cy="25581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DB2010-2D07-C812-0555-938970BFC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27" y="4585578"/>
            <a:ext cx="4855027" cy="189946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B5F830-FB04-56BE-7821-D337E34E0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972" y="1304650"/>
            <a:ext cx="3405413" cy="28462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47ADD2A-8D22-D095-D979-0EDB9BD6BD1E}"/>
              </a:ext>
            </a:extLst>
          </p:cNvPr>
          <p:cNvSpPr txBox="1"/>
          <p:nvPr/>
        </p:nvSpPr>
        <p:spPr>
          <a:xfrm>
            <a:off x="2429691" y="3955868"/>
            <a:ext cx="32874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Плата с микроконтроллером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95875C-F4D7-10A6-8366-487E6B03C671}"/>
              </a:ext>
            </a:extLst>
          </p:cNvPr>
          <p:cNvSpPr txBox="1"/>
          <p:nvPr/>
        </p:nvSpPr>
        <p:spPr>
          <a:xfrm>
            <a:off x="7641771" y="40102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Макетная плата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B064EB-EB65-7D54-2F53-B06FBE36C05B}"/>
              </a:ext>
            </a:extLst>
          </p:cNvPr>
          <p:cNvSpPr txBox="1"/>
          <p:nvPr/>
        </p:nvSpPr>
        <p:spPr>
          <a:xfrm>
            <a:off x="2259874" y="61199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Провода "папа-папа"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79116-73AE-9BA4-C36E-F810F88A7233}"/>
              </a:ext>
            </a:extLst>
          </p:cNvPr>
          <p:cNvSpPr txBox="1"/>
          <p:nvPr/>
        </p:nvSpPr>
        <p:spPr>
          <a:xfrm>
            <a:off x="7476308" y="58369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Провода "папа-мама"</a:t>
            </a:r>
          </a:p>
        </p:txBody>
      </p:sp>
    </p:spTree>
    <p:extLst>
      <p:ext uri="{BB962C8B-B14F-4D97-AF65-F5344CB8AC3E}">
        <p14:creationId xmlns:p14="http://schemas.microsoft.com/office/powerpoint/2010/main" val="324338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Picture background">
            <a:extLst>
              <a:ext uri="{FF2B5EF4-FFF2-40B4-BE49-F238E27FC236}">
                <a16:creationId xmlns:a16="http://schemas.microsoft.com/office/drawing/2014/main" id="{2A8BC838-568F-74A9-CF7C-CD5EAB766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3667" y="4080216"/>
            <a:ext cx="2190750" cy="224790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13A3662-B9C5-03C6-4BAD-0FA5F88B1CB1}"/>
              </a:ext>
            </a:extLst>
          </p:cNvPr>
          <p:cNvGrpSpPr/>
          <p:nvPr/>
        </p:nvGrpSpPr>
        <p:grpSpPr>
          <a:xfrm>
            <a:off x="558675" y="4005489"/>
            <a:ext cx="2743199" cy="2381250"/>
            <a:chOff x="417161" y="424089"/>
            <a:chExt cx="2743199" cy="2381250"/>
          </a:xfrm>
        </p:grpSpPr>
        <p:pic>
          <p:nvPicPr>
            <p:cNvPr id="6" name="Рисунок 5" descr="Серводвигатель Feetech FS5115M 15 кг для робота AliExpress">
              <a:extLst>
                <a:ext uri="{FF2B5EF4-FFF2-40B4-BE49-F238E27FC236}">
                  <a16:creationId xmlns:a16="http://schemas.microsoft.com/office/drawing/2014/main" id="{3C99D635-0BDF-0473-2AA5-4119FE4C9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084" y="424089"/>
              <a:ext cx="2466975" cy="23812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0C27D0-AFAD-B084-AB8C-FA95D039D62B}"/>
                </a:ext>
              </a:extLst>
            </p:cNvPr>
            <p:cNvSpPr txBox="1"/>
            <p:nvPr/>
          </p:nvSpPr>
          <p:spPr>
            <a:xfrm>
              <a:off x="417161" y="2432012"/>
              <a:ext cx="274319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ru-RU" dirty="0">
                  <a:latin typeface="Times New Roman"/>
                  <a:cs typeface="Times New Roman"/>
                </a:rPr>
                <a:t>Сервопривод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EB035DC3-3A6B-D7CE-4F40-EE62EAEE87FD}"/>
              </a:ext>
            </a:extLst>
          </p:cNvPr>
          <p:cNvGrpSpPr/>
          <p:nvPr/>
        </p:nvGrpSpPr>
        <p:grpSpPr>
          <a:xfrm>
            <a:off x="2792185" y="720272"/>
            <a:ext cx="2940459" cy="2443843"/>
            <a:chOff x="2955471" y="361043"/>
            <a:chExt cx="2940459" cy="2443843"/>
          </a:xfrm>
        </p:grpSpPr>
        <p:pic>
          <p:nvPicPr>
            <p:cNvPr id="8" name="Рисунок 7" descr="9 штук, Светодиод 3мм, цв. синий, LED - купить в интернет-магазине по низкой цен">
              <a:extLst>
                <a:ext uri="{FF2B5EF4-FFF2-40B4-BE49-F238E27FC236}">
                  <a16:creationId xmlns:a16="http://schemas.microsoft.com/office/drawing/2014/main" id="{9D82E3F8-83B6-C138-2172-15208181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5471" y="361043"/>
              <a:ext cx="2471058" cy="244384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C2A4DC-F071-5966-36B7-C40567128D25}"/>
                </a:ext>
              </a:extLst>
            </p:cNvPr>
            <p:cNvSpPr txBox="1"/>
            <p:nvPr/>
          </p:nvSpPr>
          <p:spPr>
            <a:xfrm>
              <a:off x="3152731" y="2296338"/>
              <a:ext cx="274319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ru-RU" dirty="0">
                  <a:latin typeface="Times New Roman"/>
                  <a:cs typeface="Times New Roman"/>
                </a:rPr>
                <a:t>Светодиод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AC40F81-23B8-F763-D9DB-EA33067DA755}"/>
              </a:ext>
            </a:extLst>
          </p:cNvPr>
          <p:cNvGrpSpPr/>
          <p:nvPr/>
        </p:nvGrpSpPr>
        <p:grpSpPr>
          <a:xfrm>
            <a:off x="7039428" y="428172"/>
            <a:ext cx="2745436" cy="2743200"/>
            <a:chOff x="5722257" y="243114"/>
            <a:chExt cx="2745436" cy="2743200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60A1C99-B932-99D5-6B10-DCBEF816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2257" y="243114"/>
              <a:ext cx="2743200" cy="27432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7A60D4-E446-0E82-8B92-9829283AB2A3}"/>
                </a:ext>
              </a:extLst>
            </p:cNvPr>
            <p:cNvSpPr txBox="1"/>
            <p:nvPr/>
          </p:nvSpPr>
          <p:spPr>
            <a:xfrm>
              <a:off x="5724494" y="2615951"/>
              <a:ext cx="274319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dirty="0">
                  <a:latin typeface="Times New Roman"/>
                  <a:cs typeface="Times New Roman"/>
                </a:rPr>
                <a:t>Кабель ПК-</a:t>
              </a:r>
              <a:r>
                <a:rPr lang="ru-RU" err="1">
                  <a:latin typeface="Times New Roman"/>
                  <a:cs typeface="Times New Roman"/>
                </a:rPr>
                <a:t>Arduino</a:t>
              </a:r>
              <a:endParaRPr lang="ru-RU">
                <a:latin typeface="Times New Roman"/>
                <a:cs typeface="Times New Roman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A409A01-BE33-0F1C-ACC7-28B963A22B7D}"/>
              </a:ext>
            </a:extLst>
          </p:cNvPr>
          <p:cNvGrpSpPr/>
          <p:nvPr/>
        </p:nvGrpSpPr>
        <p:grpSpPr>
          <a:xfrm>
            <a:off x="9466716" y="3581172"/>
            <a:ext cx="3541861" cy="3002783"/>
            <a:chOff x="8650287" y="522287"/>
            <a:chExt cx="3541861" cy="3002783"/>
          </a:xfrm>
        </p:grpSpPr>
        <p:pic>
          <p:nvPicPr>
            <p:cNvPr id="5" name="Рисунок 4" descr="Picture background">
              <a:extLst>
                <a:ext uri="{FF2B5EF4-FFF2-40B4-BE49-F238E27FC236}">
                  <a16:creationId xmlns:a16="http://schemas.microsoft.com/office/drawing/2014/main" id="{34E0E9C9-1CDC-F5D6-4ED9-D2DBDEDBB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50287" y="522287"/>
              <a:ext cx="2638425" cy="263842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58FAA6-5801-A754-1894-2DF0D7010A6F}"/>
                </a:ext>
              </a:extLst>
            </p:cNvPr>
            <p:cNvSpPr txBox="1"/>
            <p:nvPr/>
          </p:nvSpPr>
          <p:spPr>
            <a:xfrm>
              <a:off x="9448949" y="3155738"/>
              <a:ext cx="274319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ru-RU" dirty="0">
                  <a:latin typeface="Times New Roman"/>
                  <a:cs typeface="Times New Roman"/>
                </a:rPr>
                <a:t>ИК-пульт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23E1185-F267-A034-664A-E75F065ED2BA}"/>
              </a:ext>
            </a:extLst>
          </p:cNvPr>
          <p:cNvSpPr txBox="1"/>
          <p:nvPr/>
        </p:nvSpPr>
        <p:spPr>
          <a:xfrm>
            <a:off x="5184835" y="6253696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>
                <a:latin typeface="Times New Roman"/>
                <a:cs typeface="Times New Roman"/>
              </a:rPr>
              <a:t>ИК-приемник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772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BDA77-2108-DC48-4E22-EC41B13D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Коды пульта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EC1FAED-4568-FFEE-529C-B738F0A86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460" y="1716768"/>
            <a:ext cx="6431821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E0E43-2A67-02BE-62BB-5F5551940D46}"/>
              </a:ext>
            </a:extLst>
          </p:cNvPr>
          <p:cNvSpPr txBox="1"/>
          <p:nvPr/>
        </p:nvSpPr>
        <p:spPr>
          <a:xfrm>
            <a:off x="7073538" y="829491"/>
            <a:ext cx="4217125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cs typeface="Times New Roman"/>
              </a:rPr>
              <a:t>#</a:t>
            </a:r>
            <a:r>
              <a:rPr lang="en-US" sz="1600" dirty="0">
                <a:latin typeface="Times New Roman"/>
                <a:cs typeface="Times New Roman"/>
              </a:rPr>
              <a:t>include</a:t>
            </a:r>
            <a:r>
              <a:rPr lang="ru-RU" sz="1600" dirty="0">
                <a:latin typeface="Times New Roman"/>
                <a:cs typeface="Times New Roman"/>
              </a:rPr>
              <a:t> &lt;</a:t>
            </a:r>
            <a:r>
              <a:rPr lang="en-US" sz="1600" err="1">
                <a:latin typeface="Times New Roman"/>
                <a:cs typeface="Times New Roman"/>
              </a:rPr>
              <a:t>IRremote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h</a:t>
            </a:r>
            <a:r>
              <a:rPr lang="ru-RU" sz="1600" dirty="0">
                <a:latin typeface="Times New Roman"/>
                <a:cs typeface="Times New Roman"/>
              </a:rPr>
              <a:t>&gt; </a:t>
            </a:r>
          </a:p>
          <a:p>
            <a:r>
              <a:rPr lang="en-US" sz="1600" dirty="0">
                <a:latin typeface="Times New Roman"/>
                <a:cs typeface="Times New Roman"/>
              </a:rPr>
              <a:t>const int RECV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PIN</a:t>
            </a:r>
            <a:r>
              <a:rPr lang="ru-RU" sz="1600" dirty="0">
                <a:latin typeface="Times New Roman"/>
                <a:cs typeface="Times New Roman"/>
              </a:rPr>
              <a:t> = 11;           </a:t>
            </a:r>
          </a:p>
          <a:p>
            <a:r>
              <a:rPr lang="en-US" sz="1600" err="1">
                <a:latin typeface="Times New Roman"/>
                <a:cs typeface="Times New Roman"/>
              </a:rPr>
              <a:t>IRrecv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(</a:t>
            </a:r>
            <a:r>
              <a:rPr lang="en-US" sz="1600" dirty="0">
                <a:latin typeface="Times New Roman"/>
                <a:cs typeface="Times New Roman"/>
              </a:rPr>
              <a:t>RECV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PIN</a:t>
            </a:r>
            <a:r>
              <a:rPr lang="ru-RU" sz="1600" dirty="0">
                <a:latin typeface="Times New Roman"/>
                <a:cs typeface="Times New Roman"/>
              </a:rPr>
              <a:t>);</a:t>
            </a:r>
            <a:endParaRPr lang="ru-RU" sz="1600"/>
          </a:p>
          <a:p>
            <a:r>
              <a:rPr lang="en-US" sz="1600" dirty="0">
                <a:latin typeface="Times New Roman"/>
                <a:cs typeface="Times New Roman"/>
              </a:rPr>
              <a:t>decode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results </a:t>
            </a:r>
            <a:r>
              <a:rPr lang="en-US" sz="1600" err="1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;                 </a:t>
            </a:r>
          </a:p>
          <a:p>
            <a:endParaRPr lang="ru-RU" sz="2000" dirty="0"/>
          </a:p>
          <a:p>
            <a:r>
              <a:rPr lang="en-US" sz="1600" dirty="0">
                <a:latin typeface="Times New Roman"/>
                <a:cs typeface="Times New Roman"/>
              </a:rPr>
              <a:t>void setup</a:t>
            </a:r>
            <a:r>
              <a:rPr lang="ru-RU" sz="1600" dirty="0">
                <a:latin typeface="Times New Roman"/>
                <a:cs typeface="Times New Roman"/>
              </a:rPr>
              <a:t>() {</a:t>
            </a:r>
            <a:endParaRPr lang="ru-RU" sz="1600"/>
          </a:p>
          <a:p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dirty="0">
                <a:latin typeface="Times New Roman"/>
                <a:cs typeface="Times New Roman"/>
              </a:rPr>
              <a:t>Serial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begin</a:t>
            </a:r>
            <a:r>
              <a:rPr lang="ru-RU" sz="1600" dirty="0">
                <a:latin typeface="Times New Roman"/>
                <a:cs typeface="Times New Roman"/>
              </a:rPr>
              <a:t>(9600);                  </a:t>
            </a:r>
          </a:p>
          <a:p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err="1">
                <a:latin typeface="Times New Roman"/>
                <a:cs typeface="Times New Roman"/>
              </a:rPr>
              <a:t>enableIRIn</a:t>
            </a:r>
            <a:r>
              <a:rPr lang="ru-RU" sz="1600" dirty="0">
                <a:latin typeface="Times New Roman"/>
                <a:cs typeface="Times New Roman"/>
              </a:rPr>
              <a:t>();   }           </a:t>
            </a:r>
          </a:p>
          <a:p>
            <a:endParaRPr lang="ru-RU" sz="2000" dirty="0"/>
          </a:p>
          <a:p>
            <a:r>
              <a:rPr lang="en-US" sz="1600" dirty="0">
                <a:latin typeface="Times New Roman"/>
                <a:cs typeface="Times New Roman"/>
              </a:rPr>
              <a:t>void loop</a:t>
            </a:r>
            <a:r>
              <a:rPr lang="ru-RU" sz="1600" dirty="0">
                <a:latin typeface="Times New Roman"/>
                <a:cs typeface="Times New Roman"/>
              </a:rPr>
              <a:t>() {                                                  </a:t>
            </a:r>
          </a:p>
          <a:p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dirty="0">
                <a:latin typeface="Times New Roman"/>
                <a:cs typeface="Times New Roman"/>
              </a:rPr>
              <a:t>if</a:t>
            </a:r>
            <a:r>
              <a:rPr lang="ru-RU" sz="1600" dirty="0">
                <a:latin typeface="Times New Roman"/>
                <a:cs typeface="Times New Roman"/>
              </a:rPr>
              <a:t> (</a:t>
            </a:r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decode</a:t>
            </a:r>
            <a:r>
              <a:rPr lang="ru-RU" sz="1600" dirty="0">
                <a:latin typeface="Times New Roman"/>
                <a:cs typeface="Times New Roman"/>
              </a:rPr>
              <a:t>(&amp;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)) {                      </a:t>
            </a:r>
            <a:endParaRPr lang="ru-RU" sz="1600"/>
          </a:p>
          <a:p>
            <a:r>
              <a:rPr lang="ru-RU" sz="1600" dirty="0">
                <a:latin typeface="Times New Roman"/>
                <a:cs typeface="Times New Roman"/>
              </a:rPr>
              <a:t>        </a:t>
            </a:r>
            <a:r>
              <a:rPr lang="en-US" sz="1600" dirty="0">
                <a:latin typeface="Times New Roman"/>
                <a:cs typeface="Times New Roman"/>
              </a:rPr>
              <a:t>Serial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print</a:t>
            </a:r>
            <a:r>
              <a:rPr lang="ru-RU" sz="1600" dirty="0">
                <a:latin typeface="Times New Roman"/>
                <a:cs typeface="Times New Roman"/>
              </a:rPr>
              <a:t>("Получен код: ");</a:t>
            </a:r>
            <a:endParaRPr lang="ru-RU" sz="1600"/>
          </a:p>
          <a:p>
            <a:r>
              <a:rPr lang="ru-RU" sz="1600" dirty="0">
                <a:latin typeface="Times New Roman"/>
                <a:cs typeface="Times New Roman"/>
              </a:rPr>
              <a:t>        </a:t>
            </a:r>
            <a:r>
              <a:rPr lang="en-US" sz="1600" dirty="0">
                <a:latin typeface="Times New Roman"/>
                <a:cs typeface="Times New Roman"/>
              </a:rPr>
              <a:t>Serial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 err="1">
                <a:latin typeface="Times New Roman"/>
                <a:cs typeface="Times New Roman"/>
              </a:rPr>
              <a:t>println</a:t>
            </a:r>
            <a:r>
              <a:rPr lang="ru-RU" sz="1600" dirty="0">
                <a:latin typeface="Times New Roman"/>
                <a:cs typeface="Times New Roman"/>
              </a:rPr>
              <a:t>(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value</a:t>
            </a:r>
            <a:r>
              <a:rPr lang="ru-RU" sz="1600" dirty="0">
                <a:latin typeface="Times New Roman"/>
                <a:cs typeface="Times New Roman"/>
              </a:rPr>
              <a:t>, </a:t>
            </a:r>
            <a:r>
              <a:rPr lang="en-US" sz="1600" dirty="0">
                <a:latin typeface="Times New Roman"/>
                <a:cs typeface="Times New Roman"/>
              </a:rPr>
              <a:t>HEX</a:t>
            </a:r>
            <a:r>
              <a:rPr lang="ru-RU" sz="1600" dirty="0">
                <a:latin typeface="Times New Roman"/>
                <a:cs typeface="Times New Roman"/>
              </a:rPr>
              <a:t>);  </a:t>
            </a:r>
          </a:p>
          <a:p>
            <a:r>
              <a:rPr lang="ru-RU" sz="1600" dirty="0">
                <a:latin typeface="Times New Roman"/>
                <a:cs typeface="Times New Roman"/>
              </a:rPr>
              <a:t>        </a:t>
            </a:r>
            <a:r>
              <a:rPr lang="ru-RU" sz="1600" dirty="0" err="1">
                <a:latin typeface="Times New Roman"/>
                <a:cs typeface="Times New Roman"/>
              </a:rPr>
              <a:t>irrecv.resume</a:t>
            </a:r>
            <a:r>
              <a:rPr lang="ru-RU" sz="1600" dirty="0">
                <a:latin typeface="Times New Roman"/>
                <a:cs typeface="Times New Roman"/>
              </a:rPr>
              <a:t>();    }                           </a:t>
            </a:r>
            <a:endParaRPr lang="ru-RU" sz="1600"/>
          </a:p>
          <a:p>
            <a:r>
              <a:rPr lang="ru-RU" sz="1600" dirty="0">
                <a:latin typeface="Times New Roman"/>
                <a:cs typeface="Times New Roman"/>
              </a:rPr>
              <a:t>}</a:t>
            </a:r>
            <a:endParaRPr lang="ru-RU" sz="1600"/>
          </a:p>
          <a:p>
            <a:pPr algn="l"/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F2D3F01-4526-910C-5CFD-FEEEB83E2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010830"/>
              </p:ext>
            </p:extLst>
          </p:nvPr>
        </p:nvGraphicFramePr>
        <p:xfrm>
          <a:off x="7794171" y="4931228"/>
          <a:ext cx="2777844" cy="1480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5948">
                  <a:extLst>
                    <a:ext uri="{9D8B030D-6E8A-4147-A177-3AD203B41FA5}">
                      <a16:colId xmlns:a16="http://schemas.microsoft.com/office/drawing/2014/main" val="3758274186"/>
                    </a:ext>
                  </a:extLst>
                </a:gridCol>
                <a:gridCol w="925948">
                  <a:extLst>
                    <a:ext uri="{9D8B030D-6E8A-4147-A177-3AD203B41FA5}">
                      <a16:colId xmlns:a16="http://schemas.microsoft.com/office/drawing/2014/main" val="334834294"/>
                    </a:ext>
                  </a:extLst>
                </a:gridCol>
                <a:gridCol w="925948">
                  <a:extLst>
                    <a:ext uri="{9D8B030D-6E8A-4147-A177-3AD203B41FA5}">
                      <a16:colId xmlns:a16="http://schemas.microsoft.com/office/drawing/2014/main" val="4078054900"/>
                    </a:ext>
                  </a:extLst>
                </a:gridCol>
              </a:tblGrid>
              <a:tr h="4934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№ п/п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Кнопка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Код</a:t>
                      </a:r>
                      <a:endParaRPr lang="ru-RU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36367"/>
                  </a:ext>
                </a:extLst>
              </a:tr>
              <a:tr h="4934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«вверх»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/>
                        </a:rPr>
                        <a:t>FF18E7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483830"/>
                  </a:ext>
                </a:extLst>
              </a:tr>
              <a:tr h="4934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«вниз»</a:t>
                      </a:r>
                      <a:endParaRPr lang="ru-RU" dirty="0"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/>
                        </a:rPr>
                        <a:t>FF4AB5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68580" marR="68580" marT="53975" marB="539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118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80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D66A9-5DC8-4D30-B43F-2CD5E4CB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115" cy="1369105"/>
          </a:xfrm>
        </p:spPr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Основная часть</a:t>
            </a:r>
          </a:p>
        </p:txBody>
      </p:sp>
      <p:pic>
        <p:nvPicPr>
          <p:cNvPr id="4" name="Объект 3" descr="Изображение выглядит как электроника, Электронный компонент, Компонент схемы, Пассивный компонент цеп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9AE4E6-2D5B-83DC-4936-52A041695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71" y="1251517"/>
            <a:ext cx="6259284" cy="536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2F82A0-12F7-89AA-C15C-6AC63BDCD84B}"/>
              </a:ext>
            </a:extLst>
          </p:cNvPr>
          <p:cNvSpPr txBox="1"/>
          <p:nvPr/>
        </p:nvSpPr>
        <p:spPr>
          <a:xfrm>
            <a:off x="6659880" y="548640"/>
            <a:ext cx="5292634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sz="1600" dirty="0">
                <a:latin typeface="Times New Roman"/>
                <a:cs typeface="Times New Roman"/>
              </a:rPr>
              <a:t>#</a:t>
            </a:r>
            <a:r>
              <a:rPr lang="en-US" sz="1600" dirty="0">
                <a:latin typeface="Times New Roman"/>
                <a:cs typeface="Times New Roman"/>
              </a:rPr>
              <a:t>include</a:t>
            </a:r>
            <a:r>
              <a:rPr lang="ru-RU" sz="1600" dirty="0">
                <a:latin typeface="Times New Roman"/>
                <a:cs typeface="Times New Roman"/>
              </a:rPr>
              <a:t> &lt;</a:t>
            </a:r>
            <a:r>
              <a:rPr lang="en-US" sz="1600" dirty="0" err="1">
                <a:latin typeface="Times New Roman"/>
                <a:cs typeface="Times New Roman"/>
              </a:rPr>
              <a:t>IRremote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h</a:t>
            </a:r>
            <a:r>
              <a:rPr lang="ru-RU" sz="1600" dirty="0">
                <a:latin typeface="Times New Roman"/>
                <a:cs typeface="Times New Roman"/>
              </a:rPr>
              <a:t>&gt;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#</a:t>
            </a:r>
            <a:r>
              <a:rPr lang="en-US" sz="1600" dirty="0">
                <a:latin typeface="Times New Roman"/>
                <a:cs typeface="Times New Roman"/>
              </a:rPr>
              <a:t>include</a:t>
            </a:r>
            <a:r>
              <a:rPr lang="ru-RU" sz="1600" dirty="0">
                <a:latin typeface="Times New Roman"/>
                <a:cs typeface="Times New Roman"/>
              </a:rPr>
              <a:t> &lt;</a:t>
            </a:r>
            <a:r>
              <a:rPr lang="en-US" sz="1600" dirty="0">
                <a:latin typeface="Times New Roman"/>
                <a:cs typeface="Times New Roman"/>
              </a:rPr>
              <a:t>Servo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h</a:t>
            </a:r>
            <a:r>
              <a:rPr lang="ru-RU" sz="1600" dirty="0">
                <a:latin typeface="Times New Roman"/>
                <a:cs typeface="Times New Roman"/>
              </a:rPr>
              <a:t>&gt;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#</a:t>
            </a:r>
            <a:r>
              <a:rPr lang="en-US" sz="1600" dirty="0">
                <a:latin typeface="Times New Roman"/>
                <a:cs typeface="Times New Roman"/>
              </a:rPr>
              <a:t>define up</a:t>
            </a:r>
            <a:r>
              <a:rPr lang="ru-RU" sz="1600" dirty="0">
                <a:latin typeface="Times New Roman"/>
                <a:cs typeface="Times New Roman"/>
              </a:rPr>
              <a:t> 0</a:t>
            </a:r>
            <a:r>
              <a:rPr lang="en-US" sz="1600" dirty="0" err="1">
                <a:latin typeface="Times New Roman"/>
                <a:cs typeface="Times New Roman"/>
              </a:rPr>
              <a:t>xFF</a:t>
            </a:r>
            <a:r>
              <a:rPr lang="ru-RU" sz="1600" dirty="0">
                <a:latin typeface="Times New Roman"/>
                <a:cs typeface="Times New Roman"/>
              </a:rPr>
              <a:t>18</a:t>
            </a:r>
            <a:r>
              <a:rPr lang="en-US" sz="1600" dirty="0">
                <a:latin typeface="Times New Roman"/>
                <a:cs typeface="Times New Roman"/>
              </a:rPr>
              <a:t>E</a:t>
            </a:r>
            <a:r>
              <a:rPr lang="ru-RU" sz="1600" dirty="0">
                <a:latin typeface="Times New Roman"/>
                <a:cs typeface="Times New Roman"/>
              </a:rPr>
              <a:t>7      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#</a:t>
            </a:r>
            <a:r>
              <a:rPr lang="en-US" sz="1600" dirty="0">
                <a:latin typeface="Times New Roman"/>
                <a:cs typeface="Times New Roman"/>
              </a:rPr>
              <a:t>define down</a:t>
            </a:r>
            <a:r>
              <a:rPr lang="ru-RU" sz="1600" dirty="0">
                <a:latin typeface="Times New Roman"/>
                <a:cs typeface="Times New Roman"/>
              </a:rPr>
              <a:t> 0</a:t>
            </a:r>
            <a:r>
              <a:rPr lang="en-US" sz="1600" err="1">
                <a:latin typeface="Times New Roman"/>
                <a:cs typeface="Times New Roman"/>
              </a:rPr>
              <a:t>xFF</a:t>
            </a:r>
            <a:r>
              <a:rPr lang="ru-RU" sz="1600" dirty="0">
                <a:latin typeface="Times New Roman"/>
                <a:cs typeface="Times New Roman"/>
              </a:rPr>
              <a:t>4</a:t>
            </a:r>
            <a:r>
              <a:rPr lang="en-US" sz="1600" dirty="0">
                <a:latin typeface="Times New Roman"/>
                <a:cs typeface="Times New Roman"/>
              </a:rPr>
              <a:t>AB</a:t>
            </a:r>
            <a:r>
              <a:rPr lang="ru-RU" sz="1600" dirty="0">
                <a:latin typeface="Times New Roman"/>
                <a:cs typeface="Times New Roman"/>
              </a:rPr>
              <a:t>5       </a:t>
            </a:r>
          </a:p>
          <a:p>
            <a:pPr algn="just"/>
            <a:endParaRPr lang="ru-RU" sz="1600" dirty="0">
              <a:latin typeface="Times New Roman"/>
              <a:cs typeface="Times New Roman"/>
            </a:endParaRP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int RECV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PIN</a:t>
            </a:r>
            <a:r>
              <a:rPr lang="ru-RU" sz="1600" dirty="0">
                <a:latin typeface="Times New Roman"/>
                <a:cs typeface="Times New Roman"/>
              </a:rPr>
              <a:t> = 11;    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Servo </a:t>
            </a:r>
            <a:r>
              <a:rPr lang="en-US" sz="1600" dirty="0" err="1">
                <a:latin typeface="Times New Roman"/>
                <a:cs typeface="Times New Roman"/>
              </a:rPr>
              <a:t>servo</a:t>
            </a:r>
            <a:r>
              <a:rPr lang="ru-RU" sz="1600" dirty="0">
                <a:latin typeface="Times New Roman"/>
                <a:cs typeface="Times New Roman"/>
              </a:rPr>
              <a:t>;                        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(</a:t>
            </a:r>
            <a:r>
              <a:rPr lang="en-US" sz="1600" dirty="0">
                <a:latin typeface="Times New Roman"/>
                <a:cs typeface="Times New Roman"/>
              </a:rPr>
              <a:t>RECV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PIN</a:t>
            </a:r>
            <a:r>
              <a:rPr lang="ru-RU" sz="1600" dirty="0">
                <a:latin typeface="Times New Roman"/>
                <a:cs typeface="Times New Roman"/>
              </a:rPr>
              <a:t>);</a:t>
            </a:r>
            <a:endParaRPr lang="ru-RU" sz="1600"/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decode</a:t>
            </a:r>
            <a:r>
              <a:rPr lang="ru-RU" sz="1600" dirty="0">
                <a:latin typeface="Times New Roman"/>
                <a:cs typeface="Times New Roman"/>
              </a:rPr>
              <a:t>_</a:t>
            </a:r>
            <a:r>
              <a:rPr lang="en-US" sz="1600" dirty="0">
                <a:latin typeface="Times New Roman"/>
                <a:cs typeface="Times New Roman"/>
              </a:rPr>
              <a:t>results </a:t>
            </a:r>
            <a:r>
              <a:rPr lang="en-US" sz="1600" err="1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; ;                  </a:t>
            </a:r>
          </a:p>
          <a:p>
            <a:pPr algn="just"/>
            <a:endParaRPr lang="ru-RU" sz="1600" dirty="0">
              <a:latin typeface="Times New Roman"/>
              <a:cs typeface="Times New Roman"/>
            </a:endParaRP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void setup</a:t>
            </a:r>
            <a:r>
              <a:rPr lang="ru-RU" sz="1600" dirty="0">
                <a:latin typeface="Times New Roman"/>
                <a:cs typeface="Times New Roman"/>
              </a:rPr>
              <a:t>()</a:t>
            </a:r>
            <a:endParaRPr lang="ru-RU" sz="1600"/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{  </a:t>
            </a:r>
            <a:r>
              <a:rPr lang="en-US" sz="1600" dirty="0">
                <a:latin typeface="Times New Roman"/>
                <a:cs typeface="Times New Roman"/>
              </a:rPr>
              <a:t>Serial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begin</a:t>
            </a:r>
            <a:r>
              <a:rPr lang="ru-RU" sz="1600" dirty="0">
                <a:latin typeface="Times New Roman"/>
                <a:cs typeface="Times New Roman"/>
              </a:rPr>
              <a:t>(9600);          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 </a:t>
            </a:r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 err="1">
                <a:latin typeface="Times New Roman"/>
                <a:cs typeface="Times New Roman"/>
              </a:rPr>
              <a:t>enableIRIn</a:t>
            </a:r>
            <a:r>
              <a:rPr lang="ru-RU" sz="1600" dirty="0">
                <a:latin typeface="Times New Roman"/>
                <a:cs typeface="Times New Roman"/>
              </a:rPr>
              <a:t>();  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 </a:t>
            </a:r>
            <a:r>
              <a:rPr lang="en-US" sz="1600" dirty="0">
                <a:latin typeface="Times New Roman"/>
                <a:cs typeface="Times New Roman"/>
              </a:rPr>
              <a:t>servo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attach</a:t>
            </a:r>
            <a:r>
              <a:rPr lang="ru-RU" sz="1600" dirty="0">
                <a:latin typeface="Times New Roman"/>
                <a:cs typeface="Times New Roman"/>
              </a:rPr>
              <a:t>(2);     }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en-US" sz="1600" dirty="0">
                <a:latin typeface="Times New Roman"/>
                <a:cs typeface="Times New Roman"/>
              </a:rPr>
              <a:t>void loop</a:t>
            </a:r>
            <a:r>
              <a:rPr lang="ru-RU" sz="1600" dirty="0">
                <a:latin typeface="Times New Roman"/>
                <a:cs typeface="Times New Roman"/>
              </a:rPr>
              <a:t>()                                      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{  </a:t>
            </a:r>
            <a:r>
              <a:rPr lang="en-US" sz="1600" dirty="0">
                <a:latin typeface="Times New Roman"/>
                <a:cs typeface="Times New Roman"/>
              </a:rPr>
              <a:t>if</a:t>
            </a:r>
            <a:r>
              <a:rPr lang="ru-RU" sz="1600" dirty="0">
                <a:latin typeface="Times New Roman"/>
                <a:cs typeface="Times New Roman"/>
              </a:rPr>
              <a:t> (</a:t>
            </a:r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decode</a:t>
            </a:r>
            <a:r>
              <a:rPr lang="ru-RU" sz="1600" dirty="0">
                <a:latin typeface="Times New Roman"/>
                <a:cs typeface="Times New Roman"/>
              </a:rPr>
              <a:t>(&amp;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)) {                             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dirty="0">
                <a:latin typeface="Times New Roman"/>
                <a:cs typeface="Times New Roman"/>
              </a:rPr>
              <a:t>Serial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 err="1">
                <a:latin typeface="Times New Roman"/>
                <a:cs typeface="Times New Roman"/>
              </a:rPr>
              <a:t>println</a:t>
            </a:r>
            <a:r>
              <a:rPr lang="ru-RU" sz="1600" dirty="0">
                <a:latin typeface="Times New Roman"/>
                <a:cs typeface="Times New Roman"/>
              </a:rPr>
              <a:t>(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value</a:t>
            </a:r>
            <a:r>
              <a:rPr lang="ru-RU" sz="1600" dirty="0">
                <a:latin typeface="Times New Roman"/>
                <a:cs typeface="Times New Roman"/>
              </a:rPr>
              <a:t>, </a:t>
            </a:r>
            <a:r>
              <a:rPr lang="en-US" sz="1600" dirty="0">
                <a:latin typeface="Times New Roman"/>
                <a:cs typeface="Times New Roman"/>
              </a:rPr>
              <a:t>HEX</a:t>
            </a:r>
            <a:r>
              <a:rPr lang="ru-RU" sz="1600" dirty="0">
                <a:latin typeface="Times New Roman"/>
                <a:cs typeface="Times New Roman"/>
              </a:rPr>
              <a:t>);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dirty="0" err="1">
                <a:latin typeface="Times New Roman"/>
                <a:cs typeface="Times New Roman"/>
              </a:rPr>
              <a:t>irrecv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resume</a:t>
            </a:r>
            <a:r>
              <a:rPr lang="ru-RU" sz="1600" dirty="0">
                <a:latin typeface="Times New Roman"/>
                <a:cs typeface="Times New Roman"/>
              </a:rPr>
              <a:t>(); </a:t>
            </a:r>
            <a:endParaRPr lang="ru-RU" sz="1600"/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 }</a:t>
            </a:r>
            <a:endParaRPr lang="ru-RU" sz="1600"/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 </a:t>
            </a:r>
            <a:r>
              <a:rPr lang="en-US" sz="1600" dirty="0">
                <a:latin typeface="Times New Roman"/>
                <a:cs typeface="Times New Roman"/>
              </a:rPr>
              <a:t>if</a:t>
            </a:r>
            <a:r>
              <a:rPr lang="ru-RU" sz="1600" dirty="0">
                <a:latin typeface="Times New Roman"/>
                <a:cs typeface="Times New Roman"/>
              </a:rPr>
              <a:t> (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value</a:t>
            </a:r>
            <a:r>
              <a:rPr lang="ru-RU" sz="1600" dirty="0">
                <a:latin typeface="Times New Roman"/>
                <a:cs typeface="Times New Roman"/>
              </a:rPr>
              <a:t> == </a:t>
            </a:r>
            <a:r>
              <a:rPr lang="en-US" sz="1600" dirty="0">
                <a:latin typeface="Times New Roman"/>
                <a:cs typeface="Times New Roman"/>
              </a:rPr>
              <a:t>up</a:t>
            </a:r>
            <a:r>
              <a:rPr lang="ru-RU" sz="1600" dirty="0">
                <a:latin typeface="Times New Roman"/>
                <a:cs typeface="Times New Roman"/>
              </a:rPr>
              <a:t>)    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 {      </a:t>
            </a:r>
            <a:r>
              <a:rPr lang="en-US" sz="1600" dirty="0">
                <a:latin typeface="Times New Roman"/>
                <a:cs typeface="Times New Roman"/>
              </a:rPr>
              <a:t>servo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write</a:t>
            </a:r>
            <a:r>
              <a:rPr lang="ru-RU" sz="1600" dirty="0">
                <a:latin typeface="Times New Roman"/>
                <a:cs typeface="Times New Roman"/>
              </a:rPr>
              <a:t> (90);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   </a:t>
            </a:r>
            <a:r>
              <a:rPr lang="en-US" sz="1600" dirty="0" err="1">
                <a:latin typeface="Times New Roman"/>
                <a:cs typeface="Times New Roman"/>
              </a:rPr>
              <a:t>digitalWrite</a:t>
            </a:r>
            <a:r>
              <a:rPr lang="ru-RU" sz="1600" dirty="0">
                <a:latin typeface="Times New Roman"/>
                <a:cs typeface="Times New Roman"/>
              </a:rPr>
              <a:t>(5,</a:t>
            </a:r>
            <a:r>
              <a:rPr lang="en-US" sz="1600" dirty="0">
                <a:latin typeface="Times New Roman"/>
                <a:cs typeface="Times New Roman"/>
              </a:rPr>
              <a:t>HIGH</a:t>
            </a:r>
            <a:r>
              <a:rPr lang="ru-RU" sz="1600" dirty="0">
                <a:latin typeface="Times New Roman"/>
                <a:cs typeface="Times New Roman"/>
              </a:rPr>
              <a:t>);    }      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 </a:t>
            </a:r>
            <a:r>
              <a:rPr lang="en-US" sz="1600" dirty="0">
                <a:latin typeface="Times New Roman"/>
                <a:cs typeface="Times New Roman"/>
              </a:rPr>
              <a:t>else if</a:t>
            </a:r>
            <a:r>
              <a:rPr lang="ru-RU" sz="1600" dirty="0">
                <a:latin typeface="Times New Roman"/>
                <a:cs typeface="Times New Roman"/>
              </a:rPr>
              <a:t> (</a:t>
            </a:r>
            <a:r>
              <a:rPr lang="en-US" sz="1600" dirty="0">
                <a:latin typeface="Times New Roman"/>
                <a:cs typeface="Times New Roman"/>
              </a:rPr>
              <a:t>results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value</a:t>
            </a:r>
            <a:r>
              <a:rPr lang="ru-RU" sz="1600" dirty="0">
                <a:latin typeface="Times New Roman"/>
                <a:cs typeface="Times New Roman"/>
              </a:rPr>
              <a:t> == </a:t>
            </a:r>
            <a:r>
              <a:rPr lang="en-US" sz="1600" dirty="0">
                <a:latin typeface="Times New Roman"/>
                <a:cs typeface="Times New Roman"/>
              </a:rPr>
              <a:t>down</a:t>
            </a:r>
            <a:r>
              <a:rPr lang="ru-RU" sz="1600" dirty="0">
                <a:latin typeface="Times New Roman"/>
                <a:cs typeface="Times New Roman"/>
              </a:rPr>
              <a:t>){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   </a:t>
            </a:r>
            <a:r>
              <a:rPr lang="en-US" sz="1600" dirty="0">
                <a:latin typeface="Times New Roman"/>
                <a:cs typeface="Times New Roman"/>
              </a:rPr>
              <a:t>servo</a:t>
            </a:r>
            <a:r>
              <a:rPr lang="ru-RU" sz="1600" dirty="0">
                <a:latin typeface="Times New Roman"/>
                <a:cs typeface="Times New Roman"/>
              </a:rPr>
              <a:t>.</a:t>
            </a:r>
            <a:r>
              <a:rPr lang="en-US" sz="1600" dirty="0">
                <a:latin typeface="Times New Roman"/>
                <a:cs typeface="Times New Roman"/>
              </a:rPr>
              <a:t>write</a:t>
            </a:r>
            <a:r>
              <a:rPr lang="ru-RU" sz="1600" dirty="0">
                <a:latin typeface="Times New Roman"/>
                <a:cs typeface="Times New Roman"/>
              </a:rPr>
              <a:t> (180);        </a:t>
            </a:r>
            <a:endParaRPr lang="ru-RU" sz="1600">
              <a:latin typeface="Aptos" panose="020B0004020202020204"/>
              <a:cs typeface="Times New Roman"/>
            </a:endParaRPr>
          </a:p>
          <a:p>
            <a:pPr algn="just"/>
            <a:r>
              <a:rPr lang="ru-RU" sz="1600" dirty="0">
                <a:latin typeface="Times New Roman"/>
                <a:cs typeface="Times New Roman"/>
              </a:rPr>
              <a:t>      </a:t>
            </a:r>
            <a:r>
              <a:rPr lang="en-US" sz="1600" err="1">
                <a:latin typeface="Times New Roman"/>
                <a:cs typeface="Times New Roman"/>
              </a:rPr>
              <a:t>digitalWrite</a:t>
            </a:r>
            <a:r>
              <a:rPr lang="en-US" sz="1600" dirty="0">
                <a:latin typeface="Times New Roman"/>
                <a:cs typeface="Times New Roman"/>
              </a:rPr>
              <a:t>(5,LOW);      }      } </a:t>
            </a:r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31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60DF1-E00B-3A8A-8DB0-87F1B1A2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Устройство шкатулки</a:t>
            </a:r>
          </a:p>
        </p:txBody>
      </p:sp>
      <p:pic>
        <p:nvPicPr>
          <p:cNvPr id="7" name="Объект 6" descr="Изображение выглядит как в помещении, стена, Электрическая проводка, каб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BB2ADE-E906-5D50-31B9-1BA4DDD60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48" y="1127126"/>
            <a:ext cx="4909503" cy="5013552"/>
          </a:xfrm>
          <a:prstGeom prst="rect">
            <a:avLst/>
          </a:prstGeom>
        </p:spPr>
      </p:pic>
      <p:pic>
        <p:nvPicPr>
          <p:cNvPr id="9" name="Рисунок 8" descr="Изображение выглядит как пол, картон, коробк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34A790-F16B-6E3D-F1F6-91CB0A8F4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1132113"/>
            <a:ext cx="5325836" cy="5020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382ADD-B3F5-7E80-9442-A242DE9C1F8A}"/>
              </a:ext>
            </a:extLst>
          </p:cNvPr>
          <p:cNvSpPr txBox="1"/>
          <p:nvPr/>
        </p:nvSpPr>
        <p:spPr>
          <a:xfrm>
            <a:off x="2351696" y="6148136"/>
            <a:ext cx="1400628" cy="3784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Вид внутри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E1FE0-9C2D-6431-6CBC-1F93D72F0C8F}"/>
              </a:ext>
            </a:extLst>
          </p:cNvPr>
          <p:cNvSpPr txBox="1"/>
          <p:nvPr/>
        </p:nvSpPr>
        <p:spPr>
          <a:xfrm>
            <a:off x="8159033" y="6144794"/>
            <a:ext cx="15519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Вид снаружи</a:t>
            </a:r>
          </a:p>
        </p:txBody>
      </p:sp>
    </p:spTree>
    <p:extLst>
      <p:ext uri="{BB962C8B-B14F-4D97-AF65-F5344CB8AC3E}">
        <p14:creationId xmlns:p14="http://schemas.microsoft.com/office/powerpoint/2010/main" val="115378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коробка, контейнер, картон, Упаковочная короб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DAEC46-35C5-7676-FAE0-F64E0D270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2" y="601889"/>
            <a:ext cx="5588453" cy="5019221"/>
          </a:xfrm>
          <a:prstGeom prst="rect">
            <a:avLst/>
          </a:prstGeom>
        </p:spPr>
      </p:pic>
      <p:pic>
        <p:nvPicPr>
          <p:cNvPr id="6" name="Рисунок 5" descr="Изображение выглядит как раковина, в помещении, коробка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D10343-44F1-DB5D-5B83-F4DCDBC8A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118" y="601663"/>
            <a:ext cx="5353050" cy="5019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E21BB8-6CC9-D671-D4D8-E2F9D160102D}"/>
              </a:ext>
            </a:extLst>
          </p:cNvPr>
          <p:cNvSpPr txBox="1"/>
          <p:nvPr/>
        </p:nvSpPr>
        <p:spPr>
          <a:xfrm>
            <a:off x="2584784" y="5701058"/>
            <a:ext cx="12645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Вид сзади</a:t>
            </a:r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FF06B-8C5E-EE3E-B3E8-6221BA0EF3D2}"/>
              </a:ext>
            </a:extLst>
          </p:cNvPr>
          <p:cNvSpPr txBox="1"/>
          <p:nvPr/>
        </p:nvSpPr>
        <p:spPr>
          <a:xfrm>
            <a:off x="8370445" y="5699817"/>
            <a:ext cx="14518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Вид внутри с кожухом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218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1D4DD-0420-360C-2019-2AF5BDBC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379992"/>
          </a:xfrm>
        </p:spPr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Стоимость проекта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658420A-CE8D-C184-2EBF-DCFC76274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404650"/>
              </p:ext>
            </p:extLst>
          </p:nvPr>
        </p:nvGraphicFramePr>
        <p:xfrm>
          <a:off x="662214" y="1233714"/>
          <a:ext cx="10515597" cy="52368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5799">
                  <a:extLst>
                    <a:ext uri="{9D8B030D-6E8A-4147-A177-3AD203B41FA5}">
                      <a16:colId xmlns:a16="http://schemas.microsoft.com/office/drawing/2014/main" val="1655816282"/>
                    </a:ext>
                  </a:extLst>
                </a:gridCol>
                <a:gridCol w="1966739">
                  <a:extLst>
                    <a:ext uri="{9D8B030D-6E8A-4147-A177-3AD203B41FA5}">
                      <a16:colId xmlns:a16="http://schemas.microsoft.com/office/drawing/2014/main" val="647407693"/>
                    </a:ext>
                  </a:extLst>
                </a:gridCol>
                <a:gridCol w="1512136">
                  <a:extLst>
                    <a:ext uri="{9D8B030D-6E8A-4147-A177-3AD203B41FA5}">
                      <a16:colId xmlns:a16="http://schemas.microsoft.com/office/drawing/2014/main" val="382025436"/>
                    </a:ext>
                  </a:extLst>
                </a:gridCol>
                <a:gridCol w="2080923">
                  <a:extLst>
                    <a:ext uri="{9D8B030D-6E8A-4147-A177-3AD203B41FA5}">
                      <a16:colId xmlns:a16="http://schemas.microsoft.com/office/drawing/2014/main" val="290009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Название компонента</a:t>
                      </a:r>
                    </a:p>
                  </a:txBody>
                  <a:tcPr marL="68580" marR="68580" marT="3619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Кол-во (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шт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)</a:t>
                      </a:r>
                    </a:p>
                  </a:txBody>
                  <a:tcPr marL="68580" marR="68580" marT="3619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Цена* (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руб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/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шт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)</a:t>
                      </a:r>
                    </a:p>
                  </a:txBody>
                  <a:tcPr marL="68580" marR="68580" marT="3619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Стоимость (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руб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)</a:t>
                      </a:r>
                    </a:p>
                  </a:txBody>
                  <a:tcPr marL="68580" marR="68580" marT="3619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8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Плата </a:t>
                      </a:r>
                      <a:r>
                        <a:rPr lang="af-ZA" sz="140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Arduino</a:t>
                      </a:r>
                      <a:r>
                        <a:rPr lang="af-ZA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UNO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308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308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14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ИК-приемник </a:t>
                      </a:r>
                      <a:r>
                        <a:rPr lang="af-ZA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VS1838B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38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38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73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ИК-пульт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34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34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254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Макетная плата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155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155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65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Сервопривод </a:t>
                      </a:r>
                      <a:r>
                        <a:rPr lang="af-ZA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FS5106M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252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252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9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Светодиод синий.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904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Коробка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347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347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109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Брусок деревянный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2,4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2,4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1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Провода «папа-мама»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5,3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26,3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078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Провода «папа-папа»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3,3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19,8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71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Кабель ПК-</a:t>
                      </a:r>
                      <a:r>
                        <a:rPr lang="af-ZA" sz="14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Arduino</a:t>
                      </a:r>
                      <a:endParaRPr lang="af-ZA" sz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20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493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Картонный лист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033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Батарея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400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400</a:t>
                      </a: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9774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ИТОГО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1613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3619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075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47D977-F068-2C4D-8C00-9D278B3219B5}"/>
              </a:ext>
            </a:extLst>
          </p:cNvPr>
          <p:cNvSpPr txBox="1"/>
          <p:nvPr/>
        </p:nvSpPr>
        <p:spPr>
          <a:xfrm>
            <a:off x="9308736" y="36757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*-цены по данным маркетплейсов</a:t>
            </a:r>
          </a:p>
        </p:txBody>
      </p:sp>
    </p:spTree>
    <p:extLst>
      <p:ext uri="{BB962C8B-B14F-4D97-AF65-F5344CB8AC3E}">
        <p14:creationId xmlns:p14="http://schemas.microsoft.com/office/powerpoint/2010/main" val="72185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64C2A-2099-E010-E258-2DE4A672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E77F3F-29A8-BE88-3292-24222B0B8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7"/>
            <a:ext cx="10515600" cy="46343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1800" dirty="0">
                <a:latin typeface="Times New Roman"/>
                <a:cs typeface="Times New Roman"/>
              </a:rPr>
              <a:t>В результате выполнения работы создана функционирующая шкатулка, которая открывается с помощью ИК-пульта. Стоимость шкатулки - 1613 рублей. Эта шкатулка может быть использована подростками для хранения небольших ценных вещей.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ru-RU" sz="1800" dirty="0">
                <a:latin typeface="Times New Roman"/>
                <a:cs typeface="Times New Roman"/>
              </a:rPr>
              <a:t>Также были приобретены следующие компетенции: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ru-RU" sz="1800" dirty="0">
                <a:latin typeface="Times New Roman"/>
                <a:cs typeface="Times New Roman"/>
              </a:rPr>
              <a:t>Навыки сборки электрической схемы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ru-RU" sz="1800" dirty="0">
                <a:latin typeface="Times New Roman"/>
                <a:cs typeface="Times New Roman"/>
              </a:rPr>
              <a:t>Навыки поиска и изучения информации о платформе </a:t>
            </a:r>
            <a:r>
              <a:rPr lang="ru-RU" sz="1800" err="1">
                <a:latin typeface="Times New Roman"/>
                <a:cs typeface="Times New Roman"/>
              </a:rPr>
              <a:t>Arduino</a:t>
            </a:r>
            <a:endParaRPr lang="ru-RU" sz="1800">
              <a:latin typeface="Times New Roman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ru-RU" sz="1800" dirty="0">
                <a:latin typeface="Times New Roman"/>
                <a:cs typeface="Times New Roman"/>
              </a:rPr>
              <a:t>Навыки программирования микроконтроллера </a:t>
            </a:r>
            <a:r>
              <a:rPr lang="ru-RU" sz="1800" err="1">
                <a:latin typeface="Times New Roman"/>
                <a:cs typeface="Times New Roman"/>
              </a:rPr>
              <a:t>Arduino</a:t>
            </a:r>
            <a:endParaRPr lang="ru-RU" sz="1800">
              <a:latin typeface="Times New Roman"/>
              <a:cs typeface="Times New Roman"/>
            </a:endParaRP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ru-RU" sz="1800" dirty="0">
                <a:latin typeface="Times New Roman"/>
                <a:cs typeface="Times New Roman"/>
              </a:rPr>
              <a:t>Навыки обработки дерева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ru-RU" sz="1800" dirty="0">
                <a:latin typeface="Times New Roman"/>
                <a:cs typeface="Times New Roman"/>
              </a:rPr>
              <a:t>Умение оформления отчета</a:t>
            </a:r>
          </a:p>
        </p:txBody>
      </p:sp>
    </p:spTree>
    <p:extLst>
      <p:ext uri="{BB962C8B-B14F-4D97-AF65-F5344CB8AC3E}">
        <p14:creationId xmlns:p14="http://schemas.microsoft.com/office/powerpoint/2010/main" val="2793343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EA41-2C9C-538E-CDDD-1D99C32E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4D5B2-6BBC-1BC5-AAE5-70E626E748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Проект</a:t>
            </a:r>
            <a:r>
              <a:rPr lang="ru-RU" dirty="0">
                <a:latin typeface="Times New Roman"/>
              </a:rPr>
              <a:t/>
            </a:r>
            <a:br>
              <a:rPr lang="ru-RU" dirty="0">
                <a:latin typeface="Times New Roman"/>
              </a:rPr>
            </a:br>
            <a:r>
              <a:rPr lang="ru-RU" dirty="0">
                <a:latin typeface="Times New Roman"/>
                <a:cs typeface="Times New Roman"/>
              </a:rPr>
              <a:t>"Умная шкатулка"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C1C712-4033-B766-2BAC-5EC512622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Выполнил ученик</a:t>
            </a:r>
          </a:p>
          <a:p>
            <a:r>
              <a:rPr lang="ru-RU" dirty="0">
                <a:latin typeface="Times New Roman"/>
                <a:cs typeface="Times New Roman"/>
              </a:rPr>
              <a:t> 9Б класса</a:t>
            </a:r>
          </a:p>
          <a:p>
            <a:r>
              <a:rPr lang="ru-RU" dirty="0">
                <a:latin typeface="Times New Roman"/>
                <a:cs typeface="Times New Roman"/>
              </a:rPr>
              <a:t>Коледа Глеб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1084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Широкоэкранный</PresentationFormat>
  <Paragraphs>164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Тема Office</vt:lpstr>
      <vt:lpstr>Проект "Умная шкатулка"</vt:lpstr>
      <vt:lpstr>Цель и задачи</vt:lpstr>
      <vt:lpstr>Презентация PowerPoint</vt:lpstr>
      <vt:lpstr>Компоненты</vt:lpstr>
      <vt:lpstr>Презентация PowerPoint</vt:lpstr>
      <vt:lpstr>Коды пульта</vt:lpstr>
      <vt:lpstr>Основная часть</vt:lpstr>
      <vt:lpstr>Устройство шкатулки</vt:lpstr>
      <vt:lpstr>Презентация PowerPoint</vt:lpstr>
      <vt:lpstr>Стоимость проекта</vt:lpstr>
      <vt:lpstr>Заключение</vt:lpstr>
      <vt:lpstr>Проект "Умная шкатулка"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"Умная шкатулка"</dc:title>
  <dc:creator/>
  <cp:lastModifiedBy>Ученик 4</cp:lastModifiedBy>
  <cp:revision>419</cp:revision>
  <dcterms:created xsi:type="dcterms:W3CDTF">2025-12-09T11:00:53Z</dcterms:created>
  <dcterms:modified xsi:type="dcterms:W3CDTF">2025-12-11T05:24:52Z</dcterms:modified>
</cp:coreProperties>
</file>